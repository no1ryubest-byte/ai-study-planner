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2" r:id="rId3"/>
    <p:sldId id="275" r:id="rId4"/>
    <p:sldId id="270" r:id="rId5"/>
    <p:sldId id="276" r:id="rId6"/>
    <p:sldId id="277" r:id="rId7"/>
    <p:sldId id="265" r:id="rId8"/>
    <p:sldId id="264" r:id="rId9"/>
    <p:sldId id="263" r:id="rId10"/>
    <p:sldId id="262" r:id="rId11"/>
    <p:sldId id="261" r:id="rId12"/>
    <p:sldId id="260" r:id="rId13"/>
    <p:sldId id="259" r:id="rId14"/>
    <p:sldId id="258" r:id="rId15"/>
    <p:sldId id="278" r:id="rId1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2F2B"/>
    <a:srgbClr val="435C95"/>
    <a:srgbClr val="E3EAF9"/>
    <a:srgbClr val="2350B5"/>
    <a:srgbClr val="F1F5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885" autoAdjust="0"/>
  </p:normalViewPr>
  <p:slideViewPr>
    <p:cSldViewPr snapToGrid="0">
      <p:cViewPr varScale="1">
        <p:scale>
          <a:sx n="75" d="100"/>
          <a:sy n="75" d="100"/>
        </p:scale>
        <p:origin x="16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797BDC-E65D-4023-A365-296E5A45D808}"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0569F-CAC6-4964-8C38-15B6375202F2}" type="slidenum">
              <a:rPr kumimoji="1" lang="ja-JP" altLang="en-US" smtClean="0"/>
              <a:t>‹#›</a:t>
            </a:fld>
            <a:endParaRPr kumimoji="1" lang="ja-JP" altLang="en-US"/>
          </a:p>
        </p:txBody>
      </p:sp>
    </p:spTree>
    <p:extLst>
      <p:ext uri="{BB962C8B-B14F-4D97-AF65-F5344CB8AC3E}">
        <p14:creationId xmlns:p14="http://schemas.microsoft.com/office/powerpoint/2010/main" val="1200926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表紙</a:t>
            </a:r>
            <a:r>
              <a:rPr kumimoji="1" lang="en-US" altLang="ja-JP"/>
              <a:t>】</a:t>
            </a:r>
            <a:r>
              <a:rPr kumimoji="1" lang="ja-JP" altLang="en-US"/>
              <a:t>時間：約</a:t>
            </a:r>
            <a:r>
              <a:rPr kumimoji="1" lang="en-US" altLang="ja-JP"/>
              <a:t>15</a:t>
            </a:r>
            <a:r>
              <a:rPr kumimoji="1" lang="ja-JP" altLang="en-US"/>
              <a:t>秒（累計 </a:t>
            </a:r>
            <a:r>
              <a:rPr kumimoji="1" lang="en-US" altLang="ja-JP"/>
              <a:t>0:15</a:t>
            </a:r>
            <a:r>
              <a:rPr kumimoji="1" lang="ja-JP" altLang="en-US"/>
              <a:t>）</a:t>
            </a:r>
          </a:p>
          <a:p>
            <a:r>
              <a:rPr kumimoji="1" lang="ja-JP" altLang="en-US"/>
              <a:t>■ 話すこと</a:t>
            </a:r>
          </a:p>
          <a:p>
            <a:r>
              <a:rPr kumimoji="1" lang="ja-JP" altLang="en-US"/>
              <a:t>・チーム名・発表者の名前を言う。</a:t>
            </a:r>
          </a:p>
          <a:p>
            <a:r>
              <a:rPr kumimoji="1" lang="ja-JP" altLang="en-US"/>
              <a:t>・作ったのは、学習計画アプリ「マナビクス」。</a:t>
            </a:r>
          </a:p>
          <a:p>
            <a:r>
              <a:rPr kumimoji="1" lang="ja-JP" altLang="en-US"/>
              <a:t>・対象は、テスト前の学生・資格の勉強をしている社会人・受験生。</a:t>
            </a:r>
          </a:p>
          <a:p>
            <a:r>
              <a:rPr kumimoji="1" lang="ja-JP" altLang="en-US"/>
              <a:t>■ つなぎ</a:t>
            </a:r>
          </a:p>
          <a:p>
            <a:r>
              <a:rPr kumimoji="1" lang="ja-JP" altLang="en-US"/>
              <a:t>→ すぐに次のスライドへ（説明は次から）。</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a:t>
            </a:fld>
            <a:endParaRPr kumimoji="1" lang="ja-JP" altLang="en-US"/>
          </a:p>
        </p:txBody>
      </p:sp>
    </p:spTree>
    <p:extLst>
      <p:ext uri="{BB962C8B-B14F-4D97-AF65-F5344CB8AC3E}">
        <p14:creationId xmlns:p14="http://schemas.microsoft.com/office/powerpoint/2010/main" val="237142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en-US" altLang="ja-JP"/>
              <a:t>【</a:t>
            </a:r>
            <a:r>
              <a:rPr kumimoji="1" lang="ja-JP" altLang="en-US"/>
              <a:t>引き込み：カレンダー</a:t>
            </a:r>
            <a:r>
              <a:rPr kumimoji="1" lang="en-US" altLang="ja-JP"/>
              <a:t>】</a:t>
            </a:r>
            <a:r>
              <a:rPr kumimoji="1" lang="ja-JP" altLang="en-US"/>
              <a:t>時間：約</a:t>
            </a:r>
            <a:r>
              <a:rPr kumimoji="1" lang="en-US" altLang="ja-JP"/>
              <a:t>20</a:t>
            </a:r>
            <a:r>
              <a:rPr kumimoji="1" lang="ja-JP" altLang="en-US"/>
              <a:t>秒（累計 </a:t>
            </a:r>
            <a:r>
              <a:rPr kumimoji="1" lang="en-US" altLang="ja-JP"/>
              <a:t>0:35</a:t>
            </a:r>
            <a:r>
              <a:rPr kumimoji="1" lang="ja-JP" altLang="en-US"/>
              <a:t>）</a:t>
            </a:r>
          </a:p>
          <a:p>
            <a:r>
              <a:rPr kumimoji="1" lang="ja-JP" altLang="en-US"/>
              <a:t>■ 話すこと</a:t>
            </a:r>
          </a:p>
          <a:p>
            <a:r>
              <a:rPr kumimoji="1" lang="ja-JP" altLang="en-US"/>
              <a:t>・何も言わずに</a:t>
            </a:r>
            <a:r>
              <a:rPr kumimoji="1" lang="en-US" altLang="ja-JP"/>
              <a:t>2〜3</a:t>
            </a:r>
            <a:r>
              <a:rPr kumimoji="1" lang="ja-JP" altLang="en-US"/>
              <a:t>秒見せてから話し始める。</a:t>
            </a:r>
          </a:p>
          <a:p>
            <a:r>
              <a:rPr kumimoji="1" lang="ja-JP" altLang="en-US"/>
              <a:t>・カレンダーを「</a:t>
            </a:r>
            <a:r>
              <a:rPr kumimoji="1" lang="en-US" altLang="ja-JP"/>
              <a:t>1</a:t>
            </a:r>
            <a:r>
              <a:rPr kumimoji="1" lang="ja-JP" altLang="en-US"/>
              <a:t>週間前（</a:t>
            </a:r>
            <a:r>
              <a:rPr kumimoji="1" lang="en-US" altLang="ja-JP"/>
              <a:t>17</a:t>
            </a:r>
            <a:r>
              <a:rPr kumimoji="1" lang="ja-JP" altLang="en-US"/>
              <a:t>日）→ 今日（</a:t>
            </a:r>
            <a:r>
              <a:rPr kumimoji="1" lang="en-US" altLang="ja-JP"/>
              <a:t>23</a:t>
            </a:r>
            <a:r>
              <a:rPr kumimoji="1" lang="ja-JP" altLang="en-US"/>
              <a:t>日）→ テスト（</a:t>
            </a:r>
            <a:r>
              <a:rPr kumimoji="1" lang="en-US" altLang="ja-JP"/>
              <a:t>24</a:t>
            </a:r>
            <a:r>
              <a:rPr kumimoji="1" lang="ja-JP" altLang="en-US"/>
              <a:t>日）」の順に指しながら話す。</a:t>
            </a:r>
          </a:p>
          <a:p>
            <a:r>
              <a:rPr kumimoji="1" lang="ja-JP" altLang="en-US"/>
              <a:t>・</a:t>
            </a:r>
            <a:r>
              <a:rPr kumimoji="1" lang="en-US" altLang="ja-JP"/>
              <a:t>1</a:t>
            </a:r>
            <a:r>
              <a:rPr kumimoji="1" lang="ja-JP" altLang="en-US"/>
              <a:t>週間前は「テスト勉強やろっかな</a:t>
            </a:r>
            <a:r>
              <a:rPr kumimoji="1" lang="en-US" altLang="ja-JP"/>
              <a:t>〜</a:t>
            </a:r>
            <a:r>
              <a:rPr kumimoji="1" lang="ja-JP" altLang="en-US"/>
              <a:t>」と余裕だった。気づいたらテストは明日。まだ何も手をつけていない。</a:t>
            </a:r>
          </a:p>
          <a:p>
            <a:r>
              <a:rPr kumimoji="1" lang="ja-JP" altLang="en-US"/>
              <a:t>■ 強調</a:t>
            </a:r>
          </a:p>
          <a:p>
            <a:r>
              <a:rPr kumimoji="1" lang="ja-JP" altLang="en-US"/>
              <a:t>・「あと</a:t>
            </a:r>
            <a:r>
              <a:rPr kumimoji="1" lang="en-US" altLang="ja-JP"/>
              <a:t>1</a:t>
            </a:r>
            <a:r>
              <a:rPr kumimoji="1" lang="ja-JP" altLang="en-US"/>
              <a:t>日」。会場に「こんな経験ありませんか？」と問いかける。</a:t>
            </a:r>
          </a:p>
          <a:p>
            <a:r>
              <a:rPr kumimoji="1" lang="ja-JP" altLang="en-US"/>
              <a:t>■ つなぎ</a:t>
            </a:r>
          </a:p>
          <a:p>
            <a:r>
              <a:rPr kumimoji="1" lang="ja-JP" altLang="en-US"/>
              <a:t>→「でも、計画がなかったわけじゃないんです」</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2</a:t>
            </a:fld>
            <a:endParaRPr kumimoji="1" lang="ja-JP" altLang="en-US"/>
          </a:p>
        </p:txBody>
      </p:sp>
    </p:spTree>
    <p:extLst>
      <p:ext uri="{BB962C8B-B14F-4D97-AF65-F5344CB8AC3E}">
        <p14:creationId xmlns:p14="http://schemas.microsoft.com/office/powerpoint/2010/main" val="2404698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en-US" altLang="ja-JP"/>
              <a:t>【</a:t>
            </a:r>
            <a:r>
              <a:rPr kumimoji="1" lang="ja-JP" altLang="en-US"/>
              <a:t>つなぎ</a:t>
            </a:r>
            <a:r>
              <a:rPr kumimoji="1" lang="en-US" altLang="ja-JP"/>
              <a:t>】</a:t>
            </a:r>
            <a:r>
              <a:rPr kumimoji="1" lang="ja-JP" altLang="en-US"/>
              <a:t>時間：約</a:t>
            </a:r>
            <a:r>
              <a:rPr kumimoji="1" lang="en-US" altLang="ja-JP"/>
              <a:t>10</a:t>
            </a:r>
            <a:r>
              <a:rPr kumimoji="1" lang="ja-JP" altLang="en-US"/>
              <a:t>秒（累計 </a:t>
            </a:r>
            <a:r>
              <a:rPr kumimoji="1" lang="en-US" altLang="ja-JP"/>
              <a:t>0:45</a:t>
            </a:r>
            <a:r>
              <a:rPr kumimoji="1" lang="ja-JP" altLang="en-US"/>
              <a:t>）</a:t>
            </a:r>
          </a:p>
          <a:p>
            <a:r>
              <a:rPr kumimoji="1" lang="ja-JP" altLang="en-US"/>
              <a:t>■ 話すこと</a:t>
            </a:r>
          </a:p>
          <a:p>
            <a:r>
              <a:rPr kumimoji="1" lang="ja-JP" altLang="en-US"/>
              <a:t>・「勉強の計画は」で少し間を取り、「考えてたんだけどな</a:t>
            </a:r>
            <a:r>
              <a:rPr kumimoji="1" lang="en-US" altLang="ja-JP"/>
              <a:t>〜〜</a:t>
            </a:r>
            <a:r>
              <a:rPr kumimoji="1" lang="ja-JP" altLang="en-US"/>
              <a:t>」で笑いを取る。</a:t>
            </a:r>
          </a:p>
          <a:p>
            <a:r>
              <a:rPr kumimoji="1" lang="ja-JP" altLang="en-US"/>
              <a:t>・計画は頭の中にはあった。でも、続かなかった。</a:t>
            </a:r>
          </a:p>
          <a:p>
            <a:r>
              <a:rPr kumimoji="1" lang="ja-JP" altLang="en-US"/>
              <a:t>■ つなぎ</a:t>
            </a:r>
          </a:p>
          <a:p>
            <a:r>
              <a:rPr kumimoji="1" lang="ja-JP" altLang="en-US"/>
              <a:t>→「実はこれ、多くの学生に共通する悩みです」で開発背景へ。</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3</a:t>
            </a:fld>
            <a:endParaRPr kumimoji="1" lang="ja-JP" altLang="en-US"/>
          </a:p>
        </p:txBody>
      </p:sp>
    </p:spTree>
    <p:extLst>
      <p:ext uri="{BB962C8B-B14F-4D97-AF65-F5344CB8AC3E}">
        <p14:creationId xmlns:p14="http://schemas.microsoft.com/office/powerpoint/2010/main" val="2404698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en-US" altLang="ja-JP"/>
              <a:t>【</a:t>
            </a:r>
            <a:r>
              <a:rPr kumimoji="1" lang="ja-JP" altLang="en-US"/>
              <a:t>開発背景</a:t>
            </a:r>
            <a:r>
              <a:rPr kumimoji="1" lang="en-US" altLang="ja-JP"/>
              <a:t>】</a:t>
            </a:r>
            <a:r>
              <a:rPr kumimoji="1" lang="ja-JP" altLang="en-US"/>
              <a:t>時間：約</a:t>
            </a:r>
            <a:r>
              <a:rPr kumimoji="1" lang="en-US" altLang="ja-JP"/>
              <a:t>50</a:t>
            </a:r>
            <a:r>
              <a:rPr kumimoji="1" lang="ja-JP" altLang="en-US"/>
              <a:t>秒（累計 </a:t>
            </a:r>
            <a:r>
              <a:rPr kumimoji="1" lang="en-US" altLang="ja-JP"/>
              <a:t>1:35</a:t>
            </a:r>
            <a:r>
              <a:rPr kumimoji="1" lang="ja-JP" altLang="en-US"/>
              <a:t>）</a:t>
            </a:r>
          </a:p>
          <a:p>
            <a:r>
              <a:rPr kumimoji="1" lang="ja-JP" altLang="en-US"/>
              <a:t>■ 話すこと</a:t>
            </a:r>
          </a:p>
          <a:p>
            <a:r>
              <a:rPr kumimoji="1" lang="ja-JP" altLang="en-US"/>
              <a:t>・テスト勉強の悪循環：①計画を立てても正しく進まない → ②得意な科目からやってしまう → ③苦手な科目が後回し → ④試験の直前に詰め込む。</a:t>
            </a:r>
          </a:p>
          <a:p>
            <a:r>
              <a:rPr kumimoji="1" lang="ja-JP" altLang="en-US"/>
              <a:t>・調査では、勉強の計画を立てられていない理由の</a:t>
            </a:r>
            <a:r>
              <a:rPr kumimoji="1" lang="en-US" altLang="ja-JP"/>
              <a:t>1</a:t>
            </a:r>
            <a:r>
              <a:rPr kumimoji="1" lang="ja-JP" altLang="en-US"/>
              <a:t>位が「計画を立てても、その通りに実行できない」。</a:t>
            </a:r>
            <a:r>
              <a:rPr kumimoji="1" lang="en-US" altLang="ja-JP"/>
              <a:t>2</a:t>
            </a:r>
            <a:r>
              <a:rPr kumimoji="1" lang="ja-JP" altLang="en-US"/>
              <a:t>位「面倒くさい」、</a:t>
            </a:r>
            <a:r>
              <a:rPr kumimoji="1" lang="en-US" altLang="ja-JP"/>
              <a:t>3</a:t>
            </a:r>
            <a:r>
              <a:rPr kumimoji="1" lang="ja-JP" altLang="en-US"/>
              <a:t>位「立て方が分からない」。</a:t>
            </a:r>
          </a:p>
          <a:p>
            <a:r>
              <a:rPr kumimoji="1" lang="ja-JP" altLang="en-US"/>
              <a:t>・吹き出し：</a:t>
            </a:r>
            <a:r>
              <a:rPr kumimoji="1" lang="en-US" altLang="ja-JP"/>
              <a:t>1</a:t>
            </a:r>
            <a:r>
              <a:rPr kumimoji="1" lang="ja-JP" altLang="en-US"/>
              <a:t>日できなかっただけで、計画が全部ずれてしまう。</a:t>
            </a:r>
          </a:p>
          <a:p>
            <a:r>
              <a:rPr kumimoji="1" lang="ja-JP" altLang="en-US"/>
              <a:t>■ 強調</a:t>
            </a:r>
          </a:p>
          <a:p>
            <a:r>
              <a:rPr kumimoji="1" lang="ja-JP" altLang="en-US"/>
              <a:t>・下の一文「計画が</a:t>
            </a:r>
            <a:r>
              <a:rPr kumimoji="1" lang="en-US" altLang="ja-JP"/>
              <a:t>『</a:t>
            </a:r>
            <a:r>
              <a:rPr kumimoji="1" lang="ja-JP" altLang="en-US"/>
              <a:t>続かない</a:t>
            </a:r>
            <a:r>
              <a:rPr kumimoji="1" lang="en-US" altLang="ja-JP"/>
              <a:t>』</a:t>
            </a:r>
            <a:r>
              <a:rPr kumimoji="1" lang="ja-JP" altLang="en-US"/>
              <a:t>ことが、苦手の後回しと直前の詰め込みを生んでいる」。</a:t>
            </a:r>
          </a:p>
          <a:p>
            <a:r>
              <a:rPr kumimoji="1" lang="ja-JP" altLang="en-US"/>
              <a:t>■ つなぎ</a:t>
            </a:r>
          </a:p>
          <a:p>
            <a:r>
              <a:rPr kumimoji="1" lang="ja-JP" altLang="en-US"/>
              <a:t>→「この</a:t>
            </a:r>
            <a:r>
              <a:rPr kumimoji="1" lang="en-US" altLang="ja-JP"/>
              <a:t>『</a:t>
            </a:r>
            <a:r>
              <a:rPr kumimoji="1" lang="ja-JP" altLang="en-US"/>
              <a:t>続かない</a:t>
            </a:r>
            <a:r>
              <a:rPr kumimoji="1" lang="en-US" altLang="ja-JP"/>
              <a:t>』</a:t>
            </a:r>
            <a:r>
              <a:rPr kumimoji="1" lang="ja-JP" altLang="en-US"/>
              <a:t>を解決するために作ったのが</a:t>
            </a:r>
            <a:r>
              <a:rPr kumimoji="1" lang="en-US" altLang="ja-JP"/>
              <a:t>…</a:t>
            </a:r>
            <a:r>
              <a:rPr kumimoji="1" lang="ja-JP" altLang="en-US"/>
              <a:t>」</a:t>
            </a:r>
          </a:p>
          <a:p>
            <a:r>
              <a:rPr kumimoji="1" lang="ja-JP" altLang="en-US"/>
              <a:t>■ 質問されたら</a:t>
            </a:r>
          </a:p>
          <a:p>
            <a:r>
              <a:rPr kumimoji="1" lang="ja-JP" altLang="en-US"/>
              <a:t>・出典：コクヨ「中高生の学びに関する実態調査レポート」（</a:t>
            </a:r>
            <a:r>
              <a:rPr kumimoji="1" lang="en-US" altLang="ja-JP"/>
              <a:t>2020</a:t>
            </a:r>
            <a:r>
              <a:rPr kumimoji="1" lang="ja-JP" altLang="en-US"/>
              <a:t>年</a:t>
            </a:r>
            <a:r>
              <a:rPr kumimoji="1" lang="en-US" altLang="ja-JP"/>
              <a:t>8</a:t>
            </a:r>
            <a:r>
              <a:rPr kumimoji="1" lang="ja-JP" altLang="en-US"/>
              <a:t>月</a:t>
            </a:r>
            <a:r>
              <a:rPr kumimoji="1" lang="en-US" altLang="ja-JP"/>
              <a:t>27</a:t>
            </a:r>
            <a:r>
              <a:rPr kumimoji="1" lang="ja-JP" altLang="en-US"/>
              <a:t>日発表）。</a:t>
            </a:r>
            <a:r>
              <a:rPr kumimoji="1" lang="en-US" altLang="ja-JP"/>
              <a:t>2020</a:t>
            </a:r>
            <a:r>
              <a:rPr kumimoji="1" lang="ja-JP" altLang="en-US"/>
              <a:t>年</a:t>
            </a:r>
            <a:r>
              <a:rPr kumimoji="1" lang="en-US" altLang="ja-JP"/>
              <a:t>6</a:t>
            </a:r>
            <a:r>
              <a:rPr kumimoji="1" lang="ja-JP" altLang="en-US"/>
              <a:t>月</a:t>
            </a:r>
            <a:r>
              <a:rPr kumimoji="1" lang="en-US" altLang="ja-JP"/>
              <a:t>25〜26</a:t>
            </a:r>
            <a:r>
              <a:rPr kumimoji="1" lang="ja-JP" altLang="en-US"/>
              <a:t>日、</a:t>
            </a:r>
            <a:r>
              <a:rPr kumimoji="1" lang="en-US" altLang="ja-JP"/>
              <a:t>Web</a:t>
            </a:r>
            <a:r>
              <a:rPr kumimoji="1" lang="ja-JP" altLang="en-US"/>
              <a:t>アンケート、全国の中高生</a:t>
            </a:r>
            <a:r>
              <a:rPr kumimoji="1" lang="en-US" altLang="ja-JP"/>
              <a:t>824</a:t>
            </a:r>
            <a:r>
              <a:rPr kumimoji="1" lang="ja-JP" altLang="en-US"/>
              <a:t>名。</a:t>
            </a:r>
          </a:p>
          <a:p>
            <a:r>
              <a:rPr kumimoji="1" lang="ja-JP" altLang="en-US"/>
              <a:t>・人数はリリースのグラフから読み取った概数。この設問の回答者数（分母）が公表されていないので、割合は出していない。</a:t>
            </a:r>
          </a:p>
          <a:p>
            <a:r>
              <a:rPr kumimoji="1" lang="ja-JP" altLang="en-US"/>
              <a:t>・関連データ：計画を立てるべきだと思う </a:t>
            </a:r>
            <a:r>
              <a:rPr kumimoji="1" lang="en-US" altLang="ja-JP"/>
              <a:t>91.4%</a:t>
            </a:r>
            <a:r>
              <a:rPr kumimoji="1" lang="ja-JP" altLang="en-US"/>
              <a:t>、立てられている </a:t>
            </a:r>
            <a:r>
              <a:rPr kumimoji="1" lang="en-US" altLang="ja-JP"/>
              <a:t>46%</a:t>
            </a:r>
            <a:r>
              <a:rPr kumimoji="1" lang="ja-JP" altLang="en-US"/>
              <a:t>（差</a:t>
            </a:r>
            <a:r>
              <a:rPr kumimoji="1" lang="en-US" altLang="ja-JP"/>
              <a:t>45.4</a:t>
            </a:r>
            <a:r>
              <a:rPr kumimoji="1" lang="ja-JP" altLang="en-US"/>
              <a:t>ポイントで調査項目の中で最大）。</a:t>
            </a:r>
          </a:p>
          <a:p>
            <a:r>
              <a:rPr kumimoji="1" lang="ja-JP" altLang="en-US"/>
              <a:t>・中高生の調査なので、社会人には当てはまらないと答える。</a:t>
            </a:r>
            <a:endParaRPr kumimoji="1" lang="ja-JP" altLang="en-US" dirty="0"/>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4</a:t>
            </a:fld>
            <a:endParaRPr kumimoji="1" lang="ja-JP" altLang="en-US"/>
          </a:p>
        </p:txBody>
      </p:sp>
    </p:spTree>
    <p:extLst>
      <p:ext uri="{BB962C8B-B14F-4D97-AF65-F5344CB8AC3E}">
        <p14:creationId xmlns:p14="http://schemas.microsoft.com/office/powerpoint/2010/main" val="547955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en-US" altLang="ja-JP"/>
              <a:t>【</a:t>
            </a:r>
            <a:r>
              <a:rPr kumimoji="1" lang="ja-JP" altLang="en-US"/>
              <a:t>システム提案①：マナビクス</a:t>
            </a:r>
            <a:r>
              <a:rPr kumimoji="1" lang="en-US" altLang="ja-JP"/>
              <a:t>】</a:t>
            </a:r>
            <a:r>
              <a:rPr kumimoji="1" lang="ja-JP" altLang="en-US"/>
              <a:t>時間：約</a:t>
            </a:r>
            <a:r>
              <a:rPr kumimoji="1" lang="en-US" altLang="ja-JP"/>
              <a:t>35</a:t>
            </a:r>
            <a:r>
              <a:rPr kumimoji="1" lang="ja-JP" altLang="en-US"/>
              <a:t>秒（累計 </a:t>
            </a:r>
            <a:r>
              <a:rPr kumimoji="1" lang="en-US" altLang="ja-JP"/>
              <a:t>2:10</a:t>
            </a:r>
            <a:r>
              <a:rPr kumimoji="1" lang="ja-JP" altLang="en-US"/>
              <a:t>）</a:t>
            </a:r>
          </a:p>
          <a:p>
            <a:r>
              <a:rPr kumimoji="1" lang="ja-JP" altLang="en-US"/>
              <a:t>■ 話すこと</a:t>
            </a:r>
          </a:p>
          <a:p>
            <a:r>
              <a:rPr kumimoji="1" lang="ja-JP" altLang="en-US"/>
              <a:t>・名前を言う前に</a:t>
            </a:r>
            <a:r>
              <a:rPr kumimoji="1" lang="en-US" altLang="ja-JP"/>
              <a:t>1〜2</a:t>
            </a:r>
            <a:r>
              <a:rPr kumimoji="1" lang="ja-JP" altLang="en-US"/>
              <a:t>秒、間を取る →「マナビクスです」。</a:t>
            </a:r>
          </a:p>
          <a:p>
            <a:r>
              <a:rPr kumimoji="1" lang="ja-JP" altLang="en-US"/>
              <a:t>・科目・試験日・いまの理解度を登録するだけで、試験日から逆算した毎日の学習メニューを自動で作る。</a:t>
            </a:r>
          </a:p>
          <a:p>
            <a:r>
              <a:rPr kumimoji="1" lang="ja-JP" altLang="en-US"/>
              <a:t>・苦手な科目には多くの時間を割り当て、予定どおりに進まなかった分は自動で組み直す。</a:t>
            </a:r>
          </a:p>
          <a:p>
            <a:r>
              <a:rPr kumimoji="1" lang="ja-JP" altLang="en-US"/>
              <a:t>・</a:t>
            </a:r>
            <a:r>
              <a:rPr kumimoji="1" lang="en-US" altLang="ja-JP"/>
              <a:t>AI</a:t>
            </a:r>
            <a:r>
              <a:rPr kumimoji="1" lang="ja-JP" altLang="en-US"/>
              <a:t>アドバイザーが、解説・練習問題・答案の採点で勉強を手伝う。</a:t>
            </a:r>
          </a:p>
          <a:p>
            <a:r>
              <a:rPr kumimoji="1" lang="ja-JP" altLang="en-US"/>
              <a:t>■ 強調</a:t>
            </a:r>
          </a:p>
          <a:p>
            <a:r>
              <a:rPr kumimoji="1" lang="ja-JP" altLang="en-US"/>
              <a:t>・説明文の赤い言葉（毎日の学習メニュー／多くの時間／自動で組み直す）。</a:t>
            </a:r>
          </a:p>
          <a:p>
            <a:r>
              <a:rPr kumimoji="1" lang="ja-JP" altLang="en-US"/>
              <a:t>・下の</a:t>
            </a:r>
            <a:r>
              <a:rPr kumimoji="1" lang="en-US" altLang="ja-JP"/>
              <a:t>5</a:t>
            </a:r>
            <a:r>
              <a:rPr kumimoji="1" lang="ja-JP" altLang="en-US"/>
              <a:t>つの機能は、このあと</a:t>
            </a:r>
            <a:r>
              <a:rPr kumimoji="1" lang="en-US" altLang="ja-JP"/>
              <a:t>1</a:t>
            </a:r>
            <a:r>
              <a:rPr kumimoji="1" lang="ja-JP" altLang="en-US"/>
              <a:t>つずつ紹介すると予告する。</a:t>
            </a:r>
          </a:p>
          <a:p>
            <a:r>
              <a:rPr kumimoji="1" lang="ja-JP" altLang="en-US"/>
              <a:t>■ つなぎ</a:t>
            </a:r>
          </a:p>
          <a:p>
            <a:r>
              <a:rPr kumimoji="1" lang="ja-JP" altLang="en-US"/>
              <a:t>→「さきほどの悩みと照らし合わせると</a:t>
            </a:r>
            <a:r>
              <a:rPr kumimoji="1" lang="en-US" altLang="ja-JP"/>
              <a:t>…</a:t>
            </a:r>
            <a:r>
              <a:rPr kumimoji="1" lang="ja-JP" altLang="en-US"/>
              <a:t>」</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5</a:t>
            </a:fld>
            <a:endParaRPr kumimoji="1" lang="ja-JP" altLang="en-US"/>
          </a:p>
        </p:txBody>
      </p:sp>
    </p:spTree>
    <p:extLst>
      <p:ext uri="{BB962C8B-B14F-4D97-AF65-F5344CB8AC3E}">
        <p14:creationId xmlns:p14="http://schemas.microsoft.com/office/powerpoint/2010/main" val="1368275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en-US" altLang="ja-JP"/>
              <a:t>【</a:t>
            </a:r>
            <a:r>
              <a:rPr kumimoji="1" lang="ja-JP" altLang="en-US"/>
              <a:t>システム提案②：悩みと機能の対応</a:t>
            </a:r>
            <a:r>
              <a:rPr kumimoji="1" lang="en-US" altLang="ja-JP"/>
              <a:t>】</a:t>
            </a:r>
            <a:r>
              <a:rPr kumimoji="1" lang="ja-JP" altLang="en-US"/>
              <a:t>時間：約</a:t>
            </a:r>
            <a:r>
              <a:rPr kumimoji="1" lang="en-US" altLang="ja-JP"/>
              <a:t>35</a:t>
            </a:r>
            <a:r>
              <a:rPr kumimoji="1" lang="ja-JP" altLang="en-US"/>
              <a:t>秒（累計 </a:t>
            </a:r>
            <a:r>
              <a:rPr kumimoji="1" lang="en-US" altLang="ja-JP"/>
              <a:t>2:45</a:t>
            </a:r>
            <a:r>
              <a:rPr kumimoji="1" lang="ja-JP" altLang="en-US"/>
              <a:t>）</a:t>
            </a:r>
          </a:p>
          <a:p>
            <a:r>
              <a:rPr kumimoji="1" lang="ja-JP" altLang="en-US"/>
              <a:t>■ 話すこと</a:t>
            </a:r>
          </a:p>
          <a:p>
            <a:r>
              <a:rPr kumimoji="1" lang="ja-JP" altLang="en-US"/>
              <a:t>・</a:t>
            </a:r>
            <a:r>
              <a:rPr kumimoji="1" lang="en-US" altLang="ja-JP"/>
              <a:t>1</a:t>
            </a:r>
            <a:r>
              <a:rPr kumimoji="1" lang="ja-JP" altLang="en-US"/>
              <a:t>位「実行できない」→ 遅れても、残りを自動で組み直す。</a:t>
            </a:r>
          </a:p>
          <a:p>
            <a:r>
              <a:rPr kumimoji="1" lang="ja-JP" altLang="en-US"/>
              <a:t>・</a:t>
            </a:r>
            <a:r>
              <a:rPr kumimoji="1" lang="en-US" altLang="ja-JP"/>
              <a:t>2</a:t>
            </a:r>
            <a:r>
              <a:rPr kumimoji="1" lang="ja-JP" altLang="en-US"/>
              <a:t>位「面倒」→ </a:t>
            </a:r>
            <a:r>
              <a:rPr kumimoji="1" lang="en-US" altLang="ja-JP"/>
              <a:t>3</a:t>
            </a:r>
            <a:r>
              <a:rPr kumimoji="1" lang="ja-JP" altLang="en-US"/>
              <a:t>つ登録するだけで計画を自動作成。</a:t>
            </a:r>
          </a:p>
          <a:p>
            <a:r>
              <a:rPr kumimoji="1" lang="ja-JP" altLang="en-US"/>
              <a:t>・</a:t>
            </a:r>
            <a:r>
              <a:rPr kumimoji="1" lang="en-US" altLang="ja-JP"/>
              <a:t>3</a:t>
            </a:r>
            <a:r>
              <a:rPr kumimoji="1" lang="ja-JP" altLang="en-US"/>
              <a:t>位「立て方が分からない」→ 試験日から逆算して毎日に配分。</a:t>
            </a:r>
          </a:p>
          <a:p>
            <a:r>
              <a:rPr kumimoji="1" lang="ja-JP" altLang="en-US"/>
              <a:t>・悪循環の「苦手が後回し」→ 苦手な科目ほど多く・早めに。</a:t>
            </a:r>
          </a:p>
          <a:p>
            <a:r>
              <a:rPr kumimoji="1" lang="ja-JP" altLang="en-US"/>
              <a:t>■ 強調</a:t>
            </a:r>
          </a:p>
          <a:p>
            <a:r>
              <a:rPr kumimoji="1" lang="ja-JP" altLang="en-US"/>
              <a:t>・見出し「計画づくりの悩みを、アプリがまるごと引き受ける」。</a:t>
            </a:r>
          </a:p>
          <a:p>
            <a:r>
              <a:rPr kumimoji="1" lang="ja-JP" altLang="en-US"/>
              <a:t>■ つなぎ</a:t>
            </a:r>
          </a:p>
          <a:p>
            <a:r>
              <a:rPr kumimoji="1" lang="ja-JP" altLang="en-US"/>
              <a:t>→「では、</a:t>
            </a:r>
            <a:r>
              <a:rPr kumimoji="1" lang="en-US" altLang="ja-JP"/>
              <a:t>5</a:t>
            </a:r>
            <a:r>
              <a:rPr kumimoji="1" lang="ja-JP" altLang="en-US"/>
              <a:t>つの機能を順に紹介します」</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6</a:t>
            </a:fld>
            <a:endParaRPr kumimoji="1" lang="ja-JP" altLang="en-US"/>
          </a:p>
        </p:txBody>
      </p:sp>
    </p:spTree>
    <p:extLst>
      <p:ext uri="{BB962C8B-B14F-4D97-AF65-F5344CB8AC3E}">
        <p14:creationId xmlns:p14="http://schemas.microsoft.com/office/powerpoint/2010/main" val="2519437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機能① 学習情報の登録</a:t>
            </a:r>
            <a:r>
              <a:rPr kumimoji="1" lang="en-US" altLang="ja-JP"/>
              <a:t>】</a:t>
            </a:r>
            <a:r>
              <a:rPr kumimoji="1" lang="ja-JP" altLang="en-US"/>
              <a:t>時間：約</a:t>
            </a:r>
            <a:r>
              <a:rPr kumimoji="1" lang="en-US" altLang="ja-JP"/>
              <a:t>25</a:t>
            </a:r>
            <a:r>
              <a:rPr kumimoji="1" lang="ja-JP" altLang="en-US"/>
              <a:t>秒（累計 </a:t>
            </a:r>
            <a:r>
              <a:rPr kumimoji="1" lang="en-US" altLang="ja-JP"/>
              <a:t>3:10</a:t>
            </a:r>
            <a:r>
              <a:rPr kumimoji="1" lang="ja-JP" altLang="en-US"/>
              <a:t>）</a:t>
            </a:r>
          </a:p>
          <a:p>
            <a:r>
              <a:rPr kumimoji="1" lang="ja-JP" altLang="en-US"/>
              <a:t>■ 話すこと</a:t>
            </a:r>
          </a:p>
          <a:p>
            <a:r>
              <a:rPr kumimoji="1" lang="ja-JP" altLang="en-US"/>
              <a:t>・登録するのは、科目名・試験日・いまの理解度（</a:t>
            </a:r>
            <a:r>
              <a:rPr kumimoji="1" lang="en-US" altLang="ja-JP"/>
              <a:t>5</a:t>
            </a:r>
            <a:r>
              <a:rPr kumimoji="1" lang="ja-JP" altLang="en-US"/>
              <a:t>段階）・単元だけ（画面</a:t>
            </a:r>
            <a:r>
              <a:rPr kumimoji="1" lang="en-US" altLang="ja-JP"/>
              <a:t>1</a:t>
            </a:r>
            <a:r>
              <a:rPr kumimoji="1" lang="ja-JP" altLang="en-US"/>
              <a:t>・</a:t>
            </a:r>
            <a:r>
              <a:rPr kumimoji="1" lang="en-US" altLang="ja-JP"/>
              <a:t>2</a:t>
            </a:r>
            <a:r>
              <a:rPr kumimoji="1" lang="ja-JP" altLang="en-US"/>
              <a:t>）。</a:t>
            </a:r>
          </a:p>
          <a:p>
            <a:r>
              <a:rPr kumimoji="1" lang="ja-JP" altLang="en-US"/>
              <a:t>・登録画面に「必要な学習時間の目安」がすぐ出る。単元にページを書くと、ページ数に合わせて配分する。</a:t>
            </a:r>
          </a:p>
          <a:p>
            <a:r>
              <a:rPr kumimoji="1" lang="ja-JP" altLang="en-US"/>
              <a:t>・教科書の目次の写真から、</a:t>
            </a:r>
            <a:r>
              <a:rPr kumimoji="1" lang="en-US" altLang="ja-JP"/>
              <a:t>AI</a:t>
            </a:r>
            <a:r>
              <a:rPr kumimoji="1" lang="ja-JP" altLang="en-US"/>
              <a:t>が単元とページを読み取ることもできる。</a:t>
            </a:r>
          </a:p>
          <a:p>
            <a:r>
              <a:rPr kumimoji="1" lang="ja-JP" altLang="en-US"/>
              <a:t>■ つなぎ</a:t>
            </a:r>
          </a:p>
          <a:p>
            <a:r>
              <a:rPr kumimoji="1" lang="ja-JP" altLang="en-US"/>
              <a:t>→「登録すると、計画が自動でできます」</a:t>
            </a:r>
          </a:p>
          <a:p>
            <a:r>
              <a:rPr kumimoji="1" lang="ja-JP" altLang="en-US"/>
              <a:t>■ 質問されたら</a:t>
            </a:r>
          </a:p>
          <a:p>
            <a:r>
              <a:rPr kumimoji="1" lang="ja-JP" altLang="en-US"/>
              <a:t>・ページ数は</a:t>
            </a:r>
            <a:r>
              <a:rPr kumimoji="1" lang="en-US" altLang="ja-JP"/>
              <a:t>15</a:t>
            </a:r>
            <a:r>
              <a:rPr kumimoji="1" lang="ja-JP" altLang="en-US"/>
              <a:t>ページを</a:t>
            </a:r>
            <a:r>
              <a:rPr kumimoji="1" lang="en-US" altLang="ja-JP"/>
              <a:t>1</a:t>
            </a:r>
            <a:r>
              <a:rPr kumimoji="1" lang="ja-JP" altLang="en-US"/>
              <a:t>単元分として見積もる。</a:t>
            </a:r>
          </a:p>
          <a:p>
            <a:r>
              <a:rPr kumimoji="1" lang="ja-JP" altLang="en-US"/>
              <a:t>・目次の読み取りと単元の提案は</a:t>
            </a:r>
            <a:r>
              <a:rPr kumimoji="1" lang="en-US" altLang="ja-JP"/>
              <a:t>AI</a:t>
            </a:r>
            <a:r>
              <a:rPr kumimoji="1" lang="ja-JP" altLang="en-US"/>
              <a:t>機能。</a:t>
            </a:r>
            <a:r>
              <a:rPr kumimoji="1" lang="en-US" altLang="ja-JP"/>
              <a:t>AI</a:t>
            </a:r>
            <a:r>
              <a:rPr kumimoji="1" lang="ja-JP" altLang="en-US"/>
              <a:t>が使える環境（スマホ版の端末内</a:t>
            </a:r>
            <a:r>
              <a:rPr kumimoji="1" lang="en-US" altLang="ja-JP"/>
              <a:t>AI</a:t>
            </a:r>
            <a:r>
              <a:rPr kumimoji="1" lang="ja-JP" altLang="en-US"/>
              <a:t>、</a:t>
            </a:r>
            <a:r>
              <a:rPr kumimoji="1" lang="en-US" altLang="ja-JP"/>
              <a:t>claude.ai</a:t>
            </a:r>
            <a:r>
              <a:rPr kumimoji="1" lang="ja-JP" altLang="en-US"/>
              <a:t>上の</a:t>
            </a:r>
            <a:r>
              <a:rPr kumimoji="1" lang="en-US" altLang="ja-JP"/>
              <a:t>Web</a:t>
            </a:r>
            <a:r>
              <a:rPr kumimoji="1" lang="ja-JP" altLang="en-US"/>
              <a:t>版）で動く。</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7</a:t>
            </a:fld>
            <a:endParaRPr kumimoji="1" lang="ja-JP" altLang="en-US"/>
          </a:p>
        </p:txBody>
      </p:sp>
    </p:spTree>
    <p:extLst>
      <p:ext uri="{BB962C8B-B14F-4D97-AF65-F5344CB8AC3E}">
        <p14:creationId xmlns:p14="http://schemas.microsoft.com/office/powerpoint/2010/main" val="3696147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機能② 逆算プランニング</a:t>
            </a:r>
            <a:r>
              <a:rPr kumimoji="1" lang="en-US" altLang="ja-JP" dirty="0"/>
              <a:t>】</a:t>
            </a:r>
            <a:r>
              <a:rPr kumimoji="1" lang="ja-JP" altLang="en-US" dirty="0"/>
              <a:t>時間：約</a:t>
            </a:r>
            <a:r>
              <a:rPr kumimoji="1" lang="en-US" altLang="ja-JP" dirty="0"/>
              <a:t>25</a:t>
            </a:r>
            <a:r>
              <a:rPr kumimoji="1" lang="ja-JP" altLang="en-US" dirty="0"/>
              <a:t>秒（累計 </a:t>
            </a:r>
            <a:r>
              <a:rPr kumimoji="1" lang="en-US" altLang="ja-JP" dirty="0"/>
              <a:t>3:35</a:t>
            </a:r>
            <a:r>
              <a:rPr kumimoji="1" lang="ja-JP" altLang="en-US" dirty="0"/>
              <a:t>）</a:t>
            </a:r>
          </a:p>
          <a:p>
            <a:r>
              <a:rPr kumimoji="1" lang="ja-JP" altLang="en-US" dirty="0"/>
              <a:t>■ 話すこと</a:t>
            </a:r>
          </a:p>
          <a:p>
            <a:r>
              <a:rPr kumimoji="1" lang="ja-JP" altLang="en-US" dirty="0"/>
              <a:t>・試験日までに使える時間を計算し、単元を「理解 → 演習 → 復習」に分けて毎日に配分する。</a:t>
            </a:r>
          </a:p>
          <a:p>
            <a:r>
              <a:rPr kumimoji="1" lang="ja-JP" altLang="en-US" dirty="0"/>
              <a:t>・下の時間軸：単元は試験の</a:t>
            </a:r>
            <a:r>
              <a:rPr kumimoji="1" lang="en-US" altLang="ja-JP" dirty="0"/>
              <a:t>1</a:t>
            </a:r>
            <a:r>
              <a:rPr kumimoji="1" lang="ja-JP" altLang="en-US" dirty="0"/>
              <a:t>週間前までに一巡、直前の</a:t>
            </a:r>
            <a:r>
              <a:rPr kumimoji="1" lang="en-US" altLang="ja-JP" dirty="0"/>
              <a:t>3</a:t>
            </a:r>
            <a:r>
              <a:rPr kumimoji="1" lang="ja-JP" altLang="en-US" dirty="0"/>
              <a:t>日間は総復習。</a:t>
            </a:r>
          </a:p>
          <a:p>
            <a:r>
              <a:rPr kumimoji="1" lang="ja-JP" altLang="en-US" dirty="0"/>
              <a:t>・復習は、演習の翌日と、その</a:t>
            </a:r>
            <a:r>
              <a:rPr kumimoji="1" lang="en-US" altLang="ja-JP" dirty="0"/>
              <a:t>3</a:t>
            </a:r>
            <a:r>
              <a:rPr kumimoji="1" lang="ja-JP" altLang="en-US" dirty="0"/>
              <a:t>日後に自動で入る。</a:t>
            </a:r>
          </a:p>
          <a:p>
            <a:r>
              <a:rPr kumimoji="1" lang="ja-JP" altLang="en-US" dirty="0"/>
              <a:t>■ 補足（スライドにない内容）</a:t>
            </a:r>
          </a:p>
          <a:p>
            <a:r>
              <a:rPr kumimoji="1" lang="ja-JP" altLang="en-US" dirty="0"/>
              <a:t>・平日と土日で使える時間を別々に設定でき、部活や行事の日は日付をタップすればその日だけ時間を変えられる。</a:t>
            </a:r>
          </a:p>
          <a:p>
            <a:r>
              <a:rPr kumimoji="1" lang="ja-JP" altLang="en-US" dirty="0"/>
              <a:t>■ つなぎ</a:t>
            </a:r>
          </a:p>
          <a:p>
            <a:r>
              <a:rPr kumimoji="1" lang="ja-JP" altLang="en-US" dirty="0"/>
              <a:t>→「配分のときに、苦手な科目を優先します」</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8</a:t>
            </a:fld>
            <a:endParaRPr kumimoji="1" lang="ja-JP" altLang="en-US"/>
          </a:p>
        </p:txBody>
      </p:sp>
    </p:spTree>
    <p:extLst>
      <p:ext uri="{BB962C8B-B14F-4D97-AF65-F5344CB8AC3E}">
        <p14:creationId xmlns:p14="http://schemas.microsoft.com/office/powerpoint/2010/main" val="1706072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機能③ 苦手科目の重点配分</a:t>
            </a:r>
            <a:r>
              <a:rPr kumimoji="1" lang="en-US" altLang="ja-JP"/>
              <a:t>】</a:t>
            </a:r>
            <a:r>
              <a:rPr kumimoji="1" lang="ja-JP" altLang="en-US"/>
              <a:t>時間：約</a:t>
            </a:r>
            <a:r>
              <a:rPr kumimoji="1" lang="en-US" altLang="ja-JP"/>
              <a:t>25</a:t>
            </a:r>
            <a:r>
              <a:rPr kumimoji="1" lang="ja-JP" altLang="en-US"/>
              <a:t>秒（累計 </a:t>
            </a:r>
            <a:r>
              <a:rPr kumimoji="1" lang="en-US" altLang="ja-JP"/>
              <a:t>4:00</a:t>
            </a:r>
            <a:r>
              <a:rPr kumimoji="1" lang="ja-JP" altLang="en-US"/>
              <a:t>）</a:t>
            </a:r>
          </a:p>
          <a:p>
            <a:r>
              <a:rPr kumimoji="1" lang="ja-JP" altLang="en-US"/>
              <a:t>■ 話すこと</a:t>
            </a:r>
          </a:p>
          <a:p>
            <a:r>
              <a:rPr kumimoji="1" lang="ja-JP" altLang="en-US"/>
              <a:t>・同じ</a:t>
            </a:r>
            <a:r>
              <a:rPr kumimoji="1" lang="en-US" altLang="ja-JP"/>
              <a:t>5</a:t>
            </a:r>
            <a:r>
              <a:rPr kumimoji="1" lang="ja-JP" altLang="en-US"/>
              <a:t>単元でも、苦手な科目は約</a:t>
            </a:r>
            <a:r>
              <a:rPr kumimoji="1" lang="en-US" altLang="ja-JP"/>
              <a:t>12</a:t>
            </a:r>
            <a:r>
              <a:rPr kumimoji="1" lang="ja-JP" altLang="en-US"/>
              <a:t>時間、得意な科目は約</a:t>
            </a:r>
            <a:r>
              <a:rPr kumimoji="1" lang="en-US" altLang="ja-JP"/>
              <a:t>6</a:t>
            </a:r>
            <a:r>
              <a:rPr kumimoji="1" lang="ja-JP" altLang="en-US"/>
              <a:t>時間と、理解度で必要な時間が変わる（画面</a:t>
            </a:r>
            <a:r>
              <a:rPr kumimoji="1" lang="en-US" altLang="ja-JP"/>
              <a:t>1</a:t>
            </a:r>
            <a:r>
              <a:rPr kumimoji="1" lang="ja-JP" altLang="en-US"/>
              <a:t>）。</a:t>
            </a:r>
          </a:p>
          <a:p>
            <a:r>
              <a:rPr kumimoji="1" lang="ja-JP" altLang="en-US"/>
              <a:t>・次のコマの科目は「残りの量 </a:t>
            </a:r>
            <a:r>
              <a:rPr kumimoji="1" lang="en-US" altLang="ja-JP"/>
              <a:t>÷ </a:t>
            </a:r>
            <a:r>
              <a:rPr kumimoji="1" lang="ja-JP" altLang="en-US"/>
              <a:t>試験までの時間 </a:t>
            </a:r>
            <a:r>
              <a:rPr kumimoji="1" lang="en-US" altLang="ja-JP"/>
              <a:t>× </a:t>
            </a:r>
            <a:r>
              <a:rPr kumimoji="1" lang="ja-JP" altLang="en-US"/>
              <a:t>苦手の重み」で決める。苦手ほど早めに取り組める。</a:t>
            </a:r>
          </a:p>
          <a:p>
            <a:r>
              <a:rPr kumimoji="1" lang="ja-JP" altLang="en-US"/>
              <a:t>・コマを終えたときの手応えで、復習の回数を増やしたり減らしたりする。</a:t>
            </a:r>
          </a:p>
          <a:p>
            <a:r>
              <a:rPr kumimoji="1" lang="ja-JP" altLang="en-US"/>
              <a:t>■ 強調</a:t>
            </a:r>
          </a:p>
          <a:p>
            <a:r>
              <a:rPr kumimoji="1" lang="ja-JP" altLang="en-US"/>
              <a:t>・大きな数字「約</a:t>
            </a:r>
            <a:r>
              <a:rPr kumimoji="1" lang="en-US" altLang="ja-JP"/>
              <a:t>12</a:t>
            </a:r>
            <a:r>
              <a:rPr kumimoji="1" lang="ja-JP" altLang="en-US"/>
              <a:t>時間 </a:t>
            </a:r>
            <a:r>
              <a:rPr kumimoji="1" lang="en-US" altLang="ja-JP"/>
              <a:t>vs </a:t>
            </a:r>
            <a:r>
              <a:rPr kumimoji="1" lang="ja-JP" altLang="en-US"/>
              <a:t>約</a:t>
            </a:r>
            <a:r>
              <a:rPr kumimoji="1" lang="en-US" altLang="ja-JP"/>
              <a:t>6</a:t>
            </a:r>
            <a:r>
              <a:rPr kumimoji="1" lang="ja-JP" altLang="en-US"/>
              <a:t>時間」。</a:t>
            </a:r>
          </a:p>
          <a:p>
            <a:r>
              <a:rPr kumimoji="1" lang="ja-JP" altLang="en-US"/>
              <a:t>■ つなぎ</a:t>
            </a:r>
          </a:p>
          <a:p>
            <a:r>
              <a:rPr kumimoji="1" lang="ja-JP" altLang="en-US"/>
              <a:t>→「でも、計画どおりにいかない日もありますよね」</a:t>
            </a:r>
          </a:p>
          <a:p>
            <a:r>
              <a:rPr kumimoji="1" lang="ja-JP" altLang="en-US"/>
              <a:t>■ 質問されたら</a:t>
            </a:r>
          </a:p>
          <a:p>
            <a:r>
              <a:rPr kumimoji="1" lang="ja-JP" altLang="en-US"/>
              <a:t>・</a:t>
            </a:r>
            <a:r>
              <a:rPr kumimoji="1" lang="en-US" altLang="ja-JP"/>
              <a:t>1</a:t>
            </a:r>
            <a:r>
              <a:rPr kumimoji="1" lang="ja-JP" altLang="en-US"/>
              <a:t>単元あたりの時間：理解度</a:t>
            </a:r>
            <a:r>
              <a:rPr kumimoji="1" lang="en-US" altLang="ja-JP"/>
              <a:t>1 2</a:t>
            </a:r>
            <a:r>
              <a:rPr kumimoji="1" lang="ja-JP" altLang="en-US"/>
              <a:t>時間</a:t>
            </a:r>
            <a:r>
              <a:rPr kumimoji="1" lang="en-US" altLang="ja-JP"/>
              <a:t>45</a:t>
            </a:r>
            <a:r>
              <a:rPr kumimoji="1" lang="ja-JP" altLang="en-US"/>
              <a:t>分 </a:t>
            </a:r>
            <a:r>
              <a:rPr kumimoji="1" lang="en-US" altLang="ja-JP"/>
              <a:t>〜 </a:t>
            </a:r>
            <a:r>
              <a:rPr kumimoji="1" lang="ja-JP" altLang="en-US"/>
              <a:t>理解度</a:t>
            </a:r>
            <a:r>
              <a:rPr kumimoji="1" lang="en-US" altLang="ja-JP"/>
              <a:t>5 35</a:t>
            </a:r>
            <a:r>
              <a:rPr kumimoji="1" lang="ja-JP" altLang="en-US"/>
              <a:t>分（画面</a:t>
            </a:r>
            <a:r>
              <a:rPr kumimoji="1" lang="en-US" altLang="ja-JP"/>
              <a:t>2</a:t>
            </a:r>
            <a:r>
              <a:rPr kumimoji="1" lang="ja-JP" altLang="en-US"/>
              <a:t>の表）。重みは理解度</a:t>
            </a:r>
            <a:r>
              <a:rPr kumimoji="1" lang="en-US" altLang="ja-JP"/>
              <a:t>1</a:t>
            </a:r>
            <a:r>
              <a:rPr kumimoji="1" lang="ja-JP" altLang="en-US"/>
              <a:t>が</a:t>
            </a:r>
            <a:r>
              <a:rPr kumimoji="1" lang="en-US" altLang="ja-JP"/>
              <a:t>1.6</a:t>
            </a:r>
            <a:r>
              <a:rPr kumimoji="1" lang="ja-JP" altLang="en-US"/>
              <a:t>倍、理解度</a:t>
            </a:r>
            <a:r>
              <a:rPr kumimoji="1" lang="en-US" altLang="ja-JP"/>
              <a:t>5</a:t>
            </a:r>
            <a:r>
              <a:rPr kumimoji="1" lang="ja-JP" altLang="en-US"/>
              <a:t>が</a:t>
            </a:r>
            <a:r>
              <a:rPr kumimoji="1" lang="en-US" altLang="ja-JP"/>
              <a:t>0.6</a:t>
            </a:r>
            <a:r>
              <a:rPr kumimoji="1" lang="ja-JP" altLang="en-US"/>
              <a:t>倍。</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9</a:t>
            </a:fld>
            <a:endParaRPr kumimoji="1" lang="ja-JP" altLang="en-US"/>
          </a:p>
        </p:txBody>
      </p:sp>
    </p:spTree>
    <p:extLst>
      <p:ext uri="{BB962C8B-B14F-4D97-AF65-F5344CB8AC3E}">
        <p14:creationId xmlns:p14="http://schemas.microsoft.com/office/powerpoint/2010/main" val="227638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機能④ 計画の再調整</a:t>
            </a:r>
            <a:r>
              <a:rPr kumimoji="1" lang="en-US" altLang="ja-JP"/>
              <a:t>】</a:t>
            </a:r>
            <a:r>
              <a:rPr kumimoji="1" lang="ja-JP" altLang="en-US"/>
              <a:t>時間：約</a:t>
            </a:r>
            <a:r>
              <a:rPr kumimoji="1" lang="en-US" altLang="ja-JP"/>
              <a:t>25</a:t>
            </a:r>
            <a:r>
              <a:rPr kumimoji="1" lang="ja-JP" altLang="en-US"/>
              <a:t>秒（累計 </a:t>
            </a:r>
            <a:r>
              <a:rPr kumimoji="1" lang="en-US" altLang="ja-JP"/>
              <a:t>4:25</a:t>
            </a:r>
            <a:r>
              <a:rPr kumimoji="1" lang="ja-JP" altLang="en-US"/>
              <a:t>）</a:t>
            </a:r>
          </a:p>
          <a:p>
            <a:r>
              <a:rPr kumimoji="1" lang="ja-JP" altLang="en-US"/>
              <a:t>■ 話すこと</a:t>
            </a:r>
          </a:p>
          <a:p>
            <a:r>
              <a:rPr kumimoji="1" lang="ja-JP" altLang="en-US"/>
              <a:t>・終わらなかったコマは、翌日以降へ自動で回る。記録から毎回計算し直すので、計画は自動で新しくなる。</a:t>
            </a:r>
          </a:p>
          <a:p>
            <a:r>
              <a:rPr kumimoji="1" lang="ja-JP" altLang="en-US"/>
              <a:t>・今日使える時間を選び直すと、残りを組み直す（画面</a:t>
            </a:r>
            <a:r>
              <a:rPr kumimoji="1" lang="en-US" altLang="ja-JP"/>
              <a:t>1</a:t>
            </a:r>
            <a:r>
              <a:rPr kumimoji="1" lang="ja-JP" altLang="en-US"/>
              <a:t>）。</a:t>
            </a:r>
          </a:p>
          <a:p>
            <a:r>
              <a:rPr kumimoji="1" lang="ja-JP" altLang="en-US"/>
              <a:t>・間に合わない見込みなら「毎日あと○分ふやせば間に合う」と提案する（画面</a:t>
            </a:r>
            <a:r>
              <a:rPr kumimoji="1" lang="en-US" altLang="ja-JP"/>
              <a:t>2</a:t>
            </a:r>
            <a:r>
              <a:rPr kumimoji="1" lang="ja-JP" altLang="en-US"/>
              <a:t>）。</a:t>
            </a:r>
          </a:p>
          <a:p>
            <a:r>
              <a:rPr kumimoji="1" lang="ja-JP" altLang="en-US"/>
              <a:t>・それでも足りないときは、試験が近い科目から総復習で全範囲を一通り押さえる。</a:t>
            </a:r>
          </a:p>
          <a:p>
            <a:r>
              <a:rPr kumimoji="1" lang="ja-JP" altLang="en-US"/>
              <a:t>■ 強調</a:t>
            </a:r>
          </a:p>
          <a:p>
            <a:r>
              <a:rPr kumimoji="1" lang="ja-JP" altLang="en-US"/>
              <a:t>・開発背景の</a:t>
            </a:r>
            <a:r>
              <a:rPr kumimoji="1" lang="en-US" altLang="ja-JP"/>
              <a:t>1</a:t>
            </a:r>
            <a:r>
              <a:rPr kumimoji="1" lang="ja-JP" altLang="en-US"/>
              <a:t>位「計画を立てても実行できない」への答えがこの機能だと言う。</a:t>
            </a:r>
          </a:p>
          <a:p>
            <a:r>
              <a:rPr kumimoji="1" lang="ja-JP" altLang="en-US"/>
              <a:t>■ つなぎ</a:t>
            </a:r>
          </a:p>
          <a:p>
            <a:r>
              <a:rPr kumimoji="1" lang="ja-JP" altLang="en-US"/>
              <a:t>→「毎日開くのは、今日の学習メニューです」</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10</a:t>
            </a:fld>
            <a:endParaRPr kumimoji="1" lang="ja-JP" altLang="en-US"/>
          </a:p>
        </p:txBody>
      </p:sp>
    </p:spTree>
    <p:extLst>
      <p:ext uri="{BB962C8B-B14F-4D97-AF65-F5344CB8AC3E}">
        <p14:creationId xmlns:p14="http://schemas.microsoft.com/office/powerpoint/2010/main" val="2180421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機能⑤ 今日の学習メニュー</a:t>
            </a:r>
            <a:r>
              <a:rPr kumimoji="1" lang="en-US" altLang="ja-JP"/>
              <a:t>】</a:t>
            </a:r>
            <a:r>
              <a:rPr kumimoji="1" lang="ja-JP" altLang="en-US"/>
              <a:t>時間：約</a:t>
            </a:r>
            <a:r>
              <a:rPr kumimoji="1" lang="en-US" altLang="ja-JP"/>
              <a:t>25</a:t>
            </a:r>
            <a:r>
              <a:rPr kumimoji="1" lang="ja-JP" altLang="en-US"/>
              <a:t>秒（累計 </a:t>
            </a:r>
            <a:r>
              <a:rPr kumimoji="1" lang="en-US" altLang="ja-JP"/>
              <a:t>4:50</a:t>
            </a:r>
            <a:r>
              <a:rPr kumimoji="1" lang="ja-JP" altLang="en-US"/>
              <a:t>）</a:t>
            </a:r>
          </a:p>
          <a:p>
            <a:r>
              <a:rPr kumimoji="1" lang="ja-JP" altLang="en-US"/>
              <a:t>■ 話すこと</a:t>
            </a:r>
          </a:p>
          <a:p>
            <a:r>
              <a:rPr kumimoji="1" lang="ja-JP" altLang="en-US"/>
              <a:t>・今日やるコマが一覧で出る（科目・単元・種類・時間）。</a:t>
            </a:r>
          </a:p>
          <a:p>
            <a:r>
              <a:rPr kumimoji="1" lang="ja-JP" altLang="en-US"/>
              <a:t>・「はじめる」で時間を計り、終わったらチェック。手応えを記録すると、次の復習に反映される。</a:t>
            </a:r>
          </a:p>
          <a:p>
            <a:r>
              <a:rPr kumimoji="1" lang="ja-JP" altLang="en-US"/>
              <a:t>・余裕がある日は「もう</a:t>
            </a:r>
            <a:r>
              <a:rPr kumimoji="1" lang="en-US" altLang="ja-JP"/>
              <a:t>1</a:t>
            </a:r>
            <a:r>
              <a:rPr kumimoji="1" lang="ja-JP" altLang="en-US"/>
              <a:t>コマ」で先へ。全部終わると、はなまる。</a:t>
            </a:r>
          </a:p>
          <a:p>
            <a:r>
              <a:rPr kumimoji="1" lang="ja-JP" altLang="en-US"/>
              <a:t>・「問題と解説」から、</a:t>
            </a:r>
            <a:r>
              <a:rPr kumimoji="1" lang="en-US" altLang="ja-JP"/>
              <a:t>AI</a:t>
            </a:r>
            <a:r>
              <a:rPr kumimoji="1" lang="ja-JP" altLang="en-US"/>
              <a:t>アドバイザーの解説や練習問題に進める。</a:t>
            </a:r>
          </a:p>
          <a:p>
            <a:r>
              <a:rPr kumimoji="1" lang="ja-JP" altLang="en-US"/>
              <a:t>■ つなぎ</a:t>
            </a:r>
          </a:p>
          <a:p>
            <a:r>
              <a:rPr kumimoji="1" lang="ja-JP" altLang="en-US"/>
              <a:t>→「では、実際に動かしてみます」でデモへ。</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11</a:t>
            </a:fld>
            <a:endParaRPr kumimoji="1" lang="ja-JP" altLang="en-US"/>
          </a:p>
        </p:txBody>
      </p:sp>
    </p:spTree>
    <p:extLst>
      <p:ext uri="{BB962C8B-B14F-4D97-AF65-F5344CB8AC3E}">
        <p14:creationId xmlns:p14="http://schemas.microsoft.com/office/powerpoint/2010/main" val="757849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デモ（</a:t>
            </a:r>
            <a:r>
              <a:rPr kumimoji="1" lang="en-US" altLang="ja-JP" dirty="0"/>
              <a:t>PC</a:t>
            </a:r>
            <a:r>
              <a:rPr kumimoji="1" lang="ja-JP" altLang="en-US" dirty="0"/>
              <a:t>で実際に操作）</a:t>
            </a:r>
            <a:r>
              <a:rPr kumimoji="1" lang="en-US" altLang="ja-JP" dirty="0"/>
              <a:t>】</a:t>
            </a:r>
            <a:r>
              <a:rPr kumimoji="1" lang="ja-JP" altLang="en-US" dirty="0"/>
              <a:t>時間：約</a:t>
            </a:r>
            <a:r>
              <a:rPr kumimoji="1" lang="en-US" altLang="ja-JP" dirty="0"/>
              <a:t>60</a:t>
            </a:r>
            <a:r>
              <a:rPr kumimoji="1" lang="ja-JP" altLang="en-US" dirty="0"/>
              <a:t>秒（累計 </a:t>
            </a:r>
            <a:r>
              <a:rPr kumimoji="1" lang="en-US" altLang="ja-JP" dirty="0"/>
              <a:t>5:50</a:t>
            </a:r>
            <a:r>
              <a:rPr kumimoji="1" lang="ja-JP" altLang="en-US" dirty="0"/>
              <a:t>）</a:t>
            </a:r>
          </a:p>
          <a:p>
            <a:r>
              <a:rPr kumimoji="1" lang="ja-JP" altLang="en-US" dirty="0"/>
              <a:t>■ 準備（発表前）</a:t>
            </a:r>
          </a:p>
          <a:p>
            <a:r>
              <a:rPr kumimoji="1" lang="ja-JP" altLang="en-US" dirty="0"/>
              <a:t>・</a:t>
            </a:r>
            <a:r>
              <a:rPr kumimoji="1" lang="en-US" altLang="ja-JP" dirty="0" err="1"/>
              <a:t>dist</a:t>
            </a:r>
            <a:r>
              <a:rPr kumimoji="1" lang="en-US" altLang="ja-JP" dirty="0"/>
              <a:t>\preview.html </a:t>
            </a:r>
            <a:r>
              <a:rPr kumimoji="1" lang="ja-JP" altLang="en-US" dirty="0"/>
              <a:t>をブラウザで開いておく（</a:t>
            </a:r>
            <a:r>
              <a:rPr kumimoji="1" lang="en-US" altLang="ja-JP" dirty="0"/>
              <a:t>F12 → </a:t>
            </a:r>
            <a:r>
              <a:rPr kumimoji="1" lang="en-US" altLang="ja-JP" dirty="0" err="1"/>
              <a:t>Ctrl+Shift+M</a:t>
            </a:r>
            <a:r>
              <a:rPr kumimoji="1" lang="en-US" altLang="ja-JP" dirty="0"/>
              <a:t> </a:t>
            </a:r>
            <a:r>
              <a:rPr kumimoji="1" lang="ja-JP" altLang="en-US" dirty="0"/>
              <a:t>でスマホの大きさ、</a:t>
            </a:r>
            <a:r>
              <a:rPr kumimoji="1" lang="en-US" altLang="ja-JP" dirty="0"/>
              <a:t>Ctrl</a:t>
            </a:r>
            <a:r>
              <a:rPr kumimoji="1" lang="ja-JP" altLang="en-US" dirty="0"/>
              <a:t>＋＋で拡大）。</a:t>
            </a:r>
          </a:p>
          <a:p>
            <a:r>
              <a:rPr kumimoji="1" lang="ja-JP" altLang="en-US" dirty="0"/>
              <a:t>・見せる科目のデータを入れておくか、「高専のサンプルで試す」を使う。練習で入れたデータは「設定 → すべてのデータを削除」で消せる。</a:t>
            </a:r>
          </a:p>
          <a:p>
            <a:r>
              <a:rPr kumimoji="1" lang="ja-JP" altLang="en-US" dirty="0"/>
              <a:t>■ 見せる順番</a:t>
            </a:r>
          </a:p>
          <a:p>
            <a:r>
              <a:rPr kumimoji="1" lang="en-US" altLang="ja-JP" dirty="0"/>
              <a:t>1. </a:t>
            </a:r>
            <a:r>
              <a:rPr kumimoji="1" lang="ja-JP" altLang="en-US" dirty="0"/>
              <a:t>科目タブ：科目を</a:t>
            </a:r>
            <a:r>
              <a:rPr kumimoji="1" lang="en-US" altLang="ja-JP" dirty="0"/>
              <a:t>1</a:t>
            </a:r>
            <a:r>
              <a:rPr kumimoji="1" lang="ja-JP" altLang="en-US" dirty="0"/>
              <a:t>つ登録（または編集）→「必要な学習時間の目安」が出るところを見せる。</a:t>
            </a:r>
          </a:p>
          <a:p>
            <a:r>
              <a:rPr kumimoji="1" lang="en-US" altLang="ja-JP" dirty="0"/>
              <a:t>2. </a:t>
            </a:r>
            <a:r>
              <a:rPr kumimoji="1" lang="ja-JP" altLang="en-US" dirty="0"/>
              <a:t>計画タブ：試験までの見通しと日別の計画。</a:t>
            </a:r>
          </a:p>
          <a:p>
            <a:r>
              <a:rPr kumimoji="1" lang="en-US" altLang="ja-JP" dirty="0"/>
              <a:t>3. </a:t>
            </a:r>
            <a:r>
              <a:rPr kumimoji="1" lang="ja-JP" altLang="en-US" dirty="0"/>
              <a:t>今日タブ：使える時間を変える → メニューが組み直される。</a:t>
            </a:r>
          </a:p>
          <a:p>
            <a:r>
              <a:rPr kumimoji="1" lang="en-US" altLang="ja-JP" dirty="0"/>
              <a:t>4. </a:t>
            </a:r>
            <a:r>
              <a:rPr kumimoji="1" lang="ja-JP" altLang="en-US" dirty="0"/>
              <a:t>コマをチェックしていき、全部終わるとはなまる。</a:t>
            </a:r>
          </a:p>
          <a:p>
            <a:r>
              <a:rPr kumimoji="1" lang="ja-JP" altLang="en-US" dirty="0"/>
              <a:t>■ 注意</a:t>
            </a:r>
          </a:p>
          <a:p>
            <a:r>
              <a:rPr kumimoji="1" lang="ja-JP" altLang="en-US" dirty="0"/>
              <a:t>・</a:t>
            </a:r>
            <a:r>
              <a:rPr kumimoji="1" lang="en-US" altLang="ja-JP" dirty="0"/>
              <a:t>PC</a:t>
            </a:r>
            <a:r>
              <a:rPr kumimoji="1" lang="ja-JP" altLang="en-US" dirty="0"/>
              <a:t>のブラウザで開いた版では、</a:t>
            </a:r>
            <a:r>
              <a:rPr kumimoji="1" lang="en-US" altLang="ja-JP" dirty="0"/>
              <a:t>AI</a:t>
            </a:r>
            <a:r>
              <a:rPr kumimoji="1" lang="ja-JP" altLang="en-US" dirty="0"/>
              <a:t>機能（解説・練習問題・採点・目次の読み取り）は動かない。「</a:t>
            </a:r>
            <a:r>
              <a:rPr kumimoji="1" lang="en-US" altLang="ja-JP" dirty="0"/>
              <a:t>AI</a:t>
            </a:r>
            <a:r>
              <a:rPr kumimoji="1" lang="ja-JP" altLang="en-US" dirty="0"/>
              <a:t>機能はスマホ版などで動きます」とひとこと添える。</a:t>
            </a:r>
          </a:p>
          <a:p>
            <a:r>
              <a:rPr kumimoji="1" lang="ja-JP" altLang="en-US" dirty="0"/>
              <a:t>・動かないときは慌てずに、機能紹介のスライド（画面の写真）に戻って説明する。</a:t>
            </a:r>
          </a:p>
          <a:p>
            <a:r>
              <a:rPr kumimoji="1" lang="ja-JP" altLang="en-US" dirty="0"/>
              <a:t>■ つなぎ</a:t>
            </a:r>
          </a:p>
          <a:p>
            <a:r>
              <a:rPr kumimoji="1" lang="ja-JP" altLang="en-US" dirty="0"/>
              <a:t>→「最後に、システムの構成です」</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12</a:t>
            </a:fld>
            <a:endParaRPr kumimoji="1" lang="ja-JP" altLang="en-US"/>
          </a:p>
        </p:txBody>
      </p:sp>
    </p:spTree>
    <p:extLst>
      <p:ext uri="{BB962C8B-B14F-4D97-AF65-F5344CB8AC3E}">
        <p14:creationId xmlns:p14="http://schemas.microsoft.com/office/powerpoint/2010/main" val="3958948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システム構成</a:t>
            </a:r>
            <a:r>
              <a:rPr kumimoji="1" lang="en-US" altLang="ja-JP"/>
              <a:t>】</a:t>
            </a:r>
            <a:r>
              <a:rPr kumimoji="1" lang="ja-JP" altLang="en-US"/>
              <a:t>時間：約</a:t>
            </a:r>
            <a:r>
              <a:rPr kumimoji="1" lang="en-US" altLang="ja-JP"/>
              <a:t>30</a:t>
            </a:r>
            <a:r>
              <a:rPr kumimoji="1" lang="ja-JP" altLang="en-US"/>
              <a:t>秒（累計 </a:t>
            </a:r>
            <a:r>
              <a:rPr kumimoji="1" lang="en-US" altLang="ja-JP"/>
              <a:t>6:20</a:t>
            </a:r>
            <a:r>
              <a:rPr kumimoji="1" lang="ja-JP" altLang="en-US"/>
              <a:t>）</a:t>
            </a:r>
          </a:p>
          <a:p>
            <a:r>
              <a:rPr kumimoji="1" lang="ja-JP" altLang="en-US"/>
              <a:t>■ 話すこと</a:t>
            </a:r>
          </a:p>
          <a:p>
            <a:r>
              <a:rPr kumimoji="1" lang="ja-JP" altLang="en-US"/>
              <a:t>・画面とロジックは、</a:t>
            </a:r>
            <a:r>
              <a:rPr kumimoji="1" lang="en-US" altLang="ja-JP"/>
              <a:t>HTML / CSS / JavaScript</a:t>
            </a:r>
            <a:r>
              <a:rPr kumimoji="1" lang="ja-JP" altLang="en-US"/>
              <a:t>の</a:t>
            </a:r>
            <a:r>
              <a:rPr kumimoji="1" lang="en-US" altLang="ja-JP"/>
              <a:t>1</a:t>
            </a:r>
            <a:r>
              <a:rPr kumimoji="1" lang="ja-JP" altLang="en-US"/>
              <a:t>つのファイルで作った。中心は計画エンジン。</a:t>
            </a:r>
          </a:p>
          <a:p>
            <a:r>
              <a:rPr kumimoji="1" lang="ja-JP" altLang="en-US"/>
              <a:t>・同じ画面のコードを、</a:t>
            </a:r>
            <a:r>
              <a:rPr kumimoji="1" lang="en-US" altLang="ja-JP"/>
              <a:t>Web</a:t>
            </a:r>
            <a:r>
              <a:rPr kumimoji="1" lang="ja-JP" altLang="en-US"/>
              <a:t>版とスマホ版の両方で使っている。</a:t>
            </a:r>
          </a:p>
          <a:p>
            <a:r>
              <a:rPr kumimoji="1" lang="ja-JP" altLang="en-US"/>
              <a:t>・</a:t>
            </a:r>
            <a:r>
              <a:rPr kumimoji="1" lang="en-US" altLang="ja-JP"/>
              <a:t>Web</a:t>
            </a:r>
            <a:r>
              <a:rPr kumimoji="1" lang="ja-JP" altLang="en-US"/>
              <a:t>版は</a:t>
            </a:r>
            <a:r>
              <a:rPr kumimoji="1" lang="en-US" altLang="ja-JP"/>
              <a:t>claude.ai</a:t>
            </a:r>
            <a:r>
              <a:rPr kumimoji="1" lang="ja-JP" altLang="en-US"/>
              <a:t>上で動き、</a:t>
            </a:r>
            <a:r>
              <a:rPr kumimoji="1" lang="en-US" altLang="ja-JP"/>
              <a:t>AI</a:t>
            </a:r>
            <a:r>
              <a:rPr kumimoji="1" lang="ja-JP" altLang="en-US"/>
              <a:t>は</a:t>
            </a:r>
            <a:r>
              <a:rPr kumimoji="1" lang="en-US" altLang="ja-JP"/>
              <a:t>Claude</a:t>
            </a:r>
            <a:r>
              <a:rPr kumimoji="1" lang="ja-JP" altLang="en-US"/>
              <a:t>、保存は</a:t>
            </a:r>
            <a:r>
              <a:rPr kumimoji="1" lang="en-US" altLang="ja-JP"/>
              <a:t>Claude</a:t>
            </a:r>
            <a:r>
              <a:rPr kumimoji="1" lang="ja-JP" altLang="en-US"/>
              <a:t>のアカウント。スマホ版は</a:t>
            </a:r>
            <a:r>
              <a:rPr kumimoji="1" lang="en-US" altLang="ja-JP"/>
              <a:t>Expo</a:t>
            </a:r>
            <a:r>
              <a:rPr kumimoji="1" lang="ja-JP" altLang="en-US"/>
              <a:t>（</a:t>
            </a:r>
            <a:r>
              <a:rPr kumimoji="1" lang="en-US" altLang="ja-JP"/>
              <a:t>React Native</a:t>
            </a:r>
            <a:r>
              <a:rPr kumimoji="1" lang="ja-JP" altLang="en-US"/>
              <a:t>）で、</a:t>
            </a:r>
            <a:r>
              <a:rPr kumimoji="1" lang="en-US" altLang="ja-JP"/>
              <a:t>AI</a:t>
            </a:r>
            <a:r>
              <a:rPr kumimoji="1" lang="ja-JP" altLang="en-US"/>
              <a:t>はスマホの中の</a:t>
            </a:r>
            <a:r>
              <a:rPr kumimoji="1" lang="en-US" altLang="ja-JP"/>
              <a:t>Qwen3-VL</a:t>
            </a:r>
            <a:r>
              <a:rPr kumimoji="1" lang="ja-JP" altLang="en-US"/>
              <a:t>が動くので通信が要らない。</a:t>
            </a:r>
          </a:p>
          <a:p>
            <a:r>
              <a:rPr kumimoji="1" lang="ja-JP" altLang="en-US"/>
              <a:t>■ 強調</a:t>
            </a:r>
          </a:p>
          <a:p>
            <a:r>
              <a:rPr kumimoji="1" lang="ja-JP" altLang="en-US"/>
              <a:t>・「スマホ版は</a:t>
            </a:r>
            <a:r>
              <a:rPr kumimoji="1" lang="en-US" altLang="ja-JP"/>
              <a:t>AI</a:t>
            </a:r>
            <a:r>
              <a:rPr kumimoji="1" lang="ja-JP" altLang="en-US"/>
              <a:t>もスマホの中で動く（通信なし）」。</a:t>
            </a:r>
          </a:p>
          <a:p>
            <a:r>
              <a:rPr kumimoji="1" lang="ja-JP" altLang="en-US"/>
              <a:t>■ 質問されたら</a:t>
            </a:r>
          </a:p>
          <a:p>
            <a:r>
              <a:rPr kumimoji="1" lang="ja-JP" altLang="en-US"/>
              <a:t>・</a:t>
            </a:r>
            <a:r>
              <a:rPr kumimoji="1" lang="en-US" altLang="ja-JP"/>
              <a:t>AI</a:t>
            </a:r>
            <a:r>
              <a:rPr kumimoji="1" lang="ja-JP" altLang="en-US"/>
              <a:t>の返事はアプリ側で確かめていて、おかしいときは既定の進め方に切り替える。</a:t>
            </a:r>
          </a:p>
          <a:p>
            <a:r>
              <a:rPr kumimoji="1" lang="ja-JP" altLang="en-US"/>
              <a:t>・スマホ版のモデルは初回だけダウンロード（約</a:t>
            </a:r>
            <a:r>
              <a:rPr kumimoji="1" lang="en-US" altLang="ja-JP"/>
              <a:t>1.56GB</a:t>
            </a:r>
            <a:r>
              <a:rPr kumimoji="1" lang="ja-JP" altLang="en-US"/>
              <a:t>）。</a:t>
            </a:r>
            <a:r>
              <a:rPr kumimoji="1" lang="en-US" altLang="ja-JP"/>
              <a:t>claude.ai</a:t>
            </a:r>
            <a:r>
              <a:rPr kumimoji="1" lang="ja-JP" altLang="en-US"/>
              <a:t>以外のブラウザで開いた</a:t>
            </a:r>
            <a:r>
              <a:rPr kumimoji="1" lang="en-US" altLang="ja-JP"/>
              <a:t>Web</a:t>
            </a:r>
            <a:r>
              <a:rPr kumimoji="1" lang="ja-JP" altLang="en-US"/>
              <a:t>版は、ブラウザに保存され、</a:t>
            </a:r>
            <a:r>
              <a:rPr kumimoji="1" lang="en-US" altLang="ja-JP"/>
              <a:t>AI</a:t>
            </a:r>
            <a:r>
              <a:rPr kumimoji="1" lang="ja-JP" altLang="en-US"/>
              <a:t>機能は使えない。</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13</a:t>
            </a:fld>
            <a:endParaRPr kumimoji="1" lang="ja-JP" altLang="en-US"/>
          </a:p>
        </p:txBody>
      </p:sp>
    </p:spTree>
    <p:extLst>
      <p:ext uri="{BB962C8B-B14F-4D97-AF65-F5344CB8AC3E}">
        <p14:creationId xmlns:p14="http://schemas.microsoft.com/office/powerpoint/2010/main" val="1246875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まとめ・今後の展望</a:t>
            </a:r>
            <a:r>
              <a:rPr kumimoji="1" lang="en-US" altLang="ja-JP"/>
              <a:t>】</a:t>
            </a:r>
            <a:r>
              <a:rPr kumimoji="1" lang="ja-JP" altLang="en-US"/>
              <a:t>時間：約</a:t>
            </a:r>
            <a:r>
              <a:rPr kumimoji="1" lang="en-US" altLang="ja-JP"/>
              <a:t>40</a:t>
            </a:r>
            <a:r>
              <a:rPr kumimoji="1" lang="ja-JP" altLang="en-US"/>
              <a:t>秒（累計 </a:t>
            </a:r>
            <a:r>
              <a:rPr kumimoji="1" lang="en-US" altLang="ja-JP"/>
              <a:t>7:00</a:t>
            </a:r>
            <a:r>
              <a:rPr kumimoji="1" lang="ja-JP" altLang="en-US"/>
              <a:t>）</a:t>
            </a:r>
          </a:p>
          <a:p>
            <a:r>
              <a:rPr kumimoji="1" lang="ja-JP" altLang="en-US"/>
              <a:t>■ 話すこと</a:t>
            </a:r>
          </a:p>
          <a:p>
            <a:r>
              <a:rPr kumimoji="1" lang="ja-JP" altLang="en-US"/>
              <a:t>・まとめ：課題「計画を立てても続かない」→ 解決「自動で立てて、崩れても組み直す」→ 目指すこと「試験日まで、迷わず続けられる」。</a:t>
            </a:r>
          </a:p>
          <a:p>
            <a:r>
              <a:rPr kumimoji="1" lang="ja-JP" altLang="en-US"/>
              <a:t>・今後の展望を</a:t>
            </a:r>
            <a:r>
              <a:rPr kumimoji="1" lang="en-US" altLang="ja-JP"/>
              <a:t>4</a:t>
            </a:r>
            <a:r>
              <a:rPr kumimoji="1" lang="ja-JP" altLang="en-US"/>
              <a:t>つ：①入試・資格試験にも対応、②記録のバックアップと同期、③端末内</a:t>
            </a:r>
            <a:r>
              <a:rPr kumimoji="1" lang="en-US" altLang="ja-JP"/>
              <a:t>AI</a:t>
            </a:r>
            <a:r>
              <a:rPr kumimoji="1" lang="ja-JP" altLang="en-US"/>
              <a:t>の精度を上げる、④使ってもらって時間の見積もりを調整。</a:t>
            </a:r>
          </a:p>
          <a:p>
            <a:r>
              <a:rPr kumimoji="1" lang="ja-JP" altLang="en-US"/>
              <a:t>・時間が押していたら、展望は見出しを読むだけにする。</a:t>
            </a:r>
          </a:p>
          <a:p>
            <a:r>
              <a:rPr kumimoji="1" lang="ja-JP" altLang="en-US"/>
              <a:t>■ 質問されたら</a:t>
            </a:r>
          </a:p>
          <a:p>
            <a:r>
              <a:rPr kumimoji="1" lang="ja-JP" altLang="en-US"/>
              <a:t>・①練習問題の難しさは、今は定期試験が基準。②スマホ版の記録は端末の中だけで、アプリを消すと消える。③小さなモデルなので手書きの数式の読み取りが苦手。④理解度ごとの時間は見積もりの値。</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14</a:t>
            </a:fld>
            <a:endParaRPr kumimoji="1" lang="ja-JP" altLang="en-US"/>
          </a:p>
        </p:txBody>
      </p:sp>
    </p:spTree>
    <p:extLst>
      <p:ext uri="{BB962C8B-B14F-4D97-AF65-F5344CB8AC3E}">
        <p14:creationId xmlns:p14="http://schemas.microsoft.com/office/powerpoint/2010/main" val="387138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締め</a:t>
            </a:r>
            <a:r>
              <a:rPr kumimoji="1" lang="en-US" altLang="ja-JP"/>
              <a:t>】</a:t>
            </a:r>
            <a:r>
              <a:rPr kumimoji="1" lang="ja-JP" altLang="en-US"/>
              <a:t>時間：約</a:t>
            </a:r>
            <a:r>
              <a:rPr kumimoji="1" lang="en-US" altLang="ja-JP"/>
              <a:t>10</a:t>
            </a:r>
            <a:r>
              <a:rPr kumimoji="1" lang="ja-JP" altLang="en-US"/>
              <a:t>秒（累計 </a:t>
            </a:r>
            <a:r>
              <a:rPr kumimoji="1" lang="en-US" altLang="ja-JP"/>
              <a:t>7:10</a:t>
            </a:r>
            <a:r>
              <a:rPr kumimoji="1" lang="ja-JP" altLang="en-US"/>
              <a:t>）</a:t>
            </a:r>
          </a:p>
          <a:p>
            <a:r>
              <a:rPr kumimoji="1" lang="ja-JP" altLang="en-US"/>
              <a:t>■ 話すこと</a:t>
            </a:r>
          </a:p>
          <a:p>
            <a:r>
              <a:rPr kumimoji="1" lang="ja-JP" altLang="en-US"/>
              <a:t>・「崩れても立て直せる、あなた専用の学習計画。マナビクスでした。ご清聴ありがとうございました。」</a:t>
            </a:r>
          </a:p>
          <a:p>
            <a:r>
              <a:rPr kumimoji="1" lang="ja-JP" altLang="en-US"/>
              <a:t>・質疑応答の間も、このスライドを出したままにする。</a:t>
            </a:r>
          </a:p>
        </p:txBody>
      </p:sp>
      <p:sp>
        <p:nvSpPr>
          <p:cNvPr id="4" name="スライド番号プレースホルダー 3"/>
          <p:cNvSpPr>
            <a:spLocks noGrp="1"/>
          </p:cNvSpPr>
          <p:nvPr>
            <p:ph type="sldNum" sz="quarter" idx="5"/>
          </p:nvPr>
        </p:nvSpPr>
        <p:spPr/>
        <p:txBody>
          <a:bodyPr/>
          <a:lstStyle/>
          <a:p>
            <a:fld id="{D330569F-CAC6-4964-8C38-15B6375202F2}" type="slidenum">
              <a:rPr kumimoji="1" lang="ja-JP" altLang="en-US" smtClean="0"/>
              <a:t>15</a:t>
            </a:fld>
            <a:endParaRPr kumimoji="1" lang="ja-JP" altLang="en-US"/>
          </a:p>
        </p:txBody>
      </p:sp>
    </p:spTree>
    <p:extLst>
      <p:ext uri="{BB962C8B-B14F-4D97-AF65-F5344CB8AC3E}">
        <p14:creationId xmlns:p14="http://schemas.microsoft.com/office/powerpoint/2010/main" val="1196519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5C753B-9A7C-51AF-A9E5-5F023A6DB1B4}"/>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3F1466F-8FC2-CE40-AE02-D5A7E3D8B1AF}"/>
              </a:ext>
            </a:extLst>
          </p:cNvPr>
          <p:cNvSpPr>
            <a:spLocks noGrp="1"/>
          </p:cNvSpPr>
          <p:nvPr>
            <p:ph type="subTitle" idx="1"/>
          </p:nvPr>
        </p:nvSpPr>
        <p:spPr>
          <a:xfrm>
            <a:off x="1143000" y="3602038"/>
            <a:ext cx="6858000"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8ECDF2D-55B3-C253-B72F-34882A99B12A}"/>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5" name="フッター プレースホルダー 4">
            <a:extLst>
              <a:ext uri="{FF2B5EF4-FFF2-40B4-BE49-F238E27FC236}">
                <a16:creationId xmlns:a16="http://schemas.microsoft.com/office/drawing/2014/main" id="{79A14F3E-2C19-EC94-CF1A-BD1FC03A46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C4FAE8-1FEC-C6E9-CF10-724C675E381C}"/>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3838506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9F610D-CED5-77D3-C080-5B099E900BF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2C327F5-60FE-F54B-DE33-2627FED1E15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560193-D81E-C825-0211-5DD0091BDC3B}"/>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5" name="フッター プレースホルダー 4">
            <a:extLst>
              <a:ext uri="{FF2B5EF4-FFF2-40B4-BE49-F238E27FC236}">
                <a16:creationId xmlns:a16="http://schemas.microsoft.com/office/drawing/2014/main" id="{1D252C9B-F3BC-DD62-B14E-FA347D2604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0AAB64-5310-E430-D2E7-D7B63BFD3E2D}"/>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102637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E96681-43F1-1406-10FB-8E26663A7324}"/>
              </a:ext>
            </a:extLst>
          </p:cNvPr>
          <p:cNvSpPr>
            <a:spLocks noGrp="1"/>
          </p:cNvSpPr>
          <p:nvPr>
            <p:ph type="title"/>
          </p:nvPr>
        </p:nvSpPr>
        <p:spPr>
          <a:xfrm>
            <a:off x="623888" y="1709741"/>
            <a:ext cx="78867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970E166-1588-F703-E25D-BC65117BEC1B}"/>
              </a:ext>
            </a:extLst>
          </p:cNvPr>
          <p:cNvSpPr>
            <a:spLocks noGrp="1"/>
          </p:cNvSpPr>
          <p:nvPr>
            <p:ph type="body" idx="1"/>
          </p:nvPr>
        </p:nvSpPr>
        <p:spPr>
          <a:xfrm>
            <a:off x="623888" y="4589466"/>
            <a:ext cx="7886700" cy="1500187"/>
          </a:xfrm>
        </p:spPr>
        <p:txBody>
          <a:bodyPr/>
          <a:lstStyle>
            <a:lvl1pPr marL="0" indent="0">
              <a:buNone/>
              <a:defRPr sz="1800">
                <a:solidFill>
                  <a:schemeClr val="tx1">
                    <a:tint val="82000"/>
                  </a:schemeClr>
                </a:solidFill>
              </a:defRPr>
            </a:lvl1pPr>
            <a:lvl2pPr marL="342892" indent="0">
              <a:buNone/>
              <a:defRPr sz="1500">
                <a:solidFill>
                  <a:schemeClr val="tx1">
                    <a:tint val="82000"/>
                  </a:schemeClr>
                </a:solidFill>
              </a:defRPr>
            </a:lvl2pPr>
            <a:lvl3pPr marL="685783" indent="0">
              <a:buNone/>
              <a:defRPr sz="1350">
                <a:solidFill>
                  <a:schemeClr val="tx1">
                    <a:tint val="82000"/>
                  </a:schemeClr>
                </a:solidFill>
              </a:defRPr>
            </a:lvl3pPr>
            <a:lvl4pPr marL="1028675" indent="0">
              <a:buNone/>
              <a:defRPr sz="1200">
                <a:solidFill>
                  <a:schemeClr val="tx1">
                    <a:tint val="82000"/>
                  </a:schemeClr>
                </a:solidFill>
              </a:defRPr>
            </a:lvl4pPr>
            <a:lvl5pPr marL="1371566" indent="0">
              <a:buNone/>
              <a:defRPr sz="1200">
                <a:solidFill>
                  <a:schemeClr val="tx1">
                    <a:tint val="82000"/>
                  </a:schemeClr>
                </a:solidFill>
              </a:defRPr>
            </a:lvl5pPr>
            <a:lvl6pPr marL="1714457" indent="0">
              <a:buNone/>
              <a:defRPr sz="1200">
                <a:solidFill>
                  <a:schemeClr val="tx1">
                    <a:tint val="82000"/>
                  </a:schemeClr>
                </a:solidFill>
              </a:defRPr>
            </a:lvl6pPr>
            <a:lvl7pPr marL="2057348" indent="0">
              <a:buNone/>
              <a:defRPr sz="1200">
                <a:solidFill>
                  <a:schemeClr val="tx1">
                    <a:tint val="82000"/>
                  </a:schemeClr>
                </a:solidFill>
              </a:defRPr>
            </a:lvl7pPr>
            <a:lvl8pPr marL="2400240" indent="0">
              <a:buNone/>
              <a:defRPr sz="1200">
                <a:solidFill>
                  <a:schemeClr val="tx1">
                    <a:tint val="82000"/>
                  </a:schemeClr>
                </a:solidFill>
              </a:defRPr>
            </a:lvl8pPr>
            <a:lvl9pPr marL="2743132" indent="0">
              <a:buNone/>
              <a:defRPr sz="12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3BEE1DA-CEDA-AFA1-8C50-6A3D292FB56D}"/>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5" name="フッター プレースホルダー 4">
            <a:extLst>
              <a:ext uri="{FF2B5EF4-FFF2-40B4-BE49-F238E27FC236}">
                <a16:creationId xmlns:a16="http://schemas.microsoft.com/office/drawing/2014/main" id="{773C164D-3805-20BF-447A-87F795BA3C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60F1863-B09A-5A94-3B98-12E9111B947B}"/>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136802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A6BE27-EA6A-4559-45E0-0694104ADE6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FA143F7-FF07-33FB-0311-1E8519F9E71B}"/>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0592E81-B5B4-E036-18A9-7189EFBC6F4E}"/>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4D2F4FA-A242-7EBF-F893-067D390B919E}"/>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6" name="フッター プレースホルダー 5">
            <a:extLst>
              <a:ext uri="{FF2B5EF4-FFF2-40B4-BE49-F238E27FC236}">
                <a16:creationId xmlns:a16="http://schemas.microsoft.com/office/drawing/2014/main" id="{9827D1DC-92FC-E147-FC4D-6576BBB6BA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3CCF4CD-ACD3-AA57-6C38-3434C2CB946A}"/>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2231179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A05A14-AAEF-0F17-D7CE-16001564FA63}"/>
              </a:ext>
            </a:extLst>
          </p:cNvPr>
          <p:cNvSpPr>
            <a:spLocks noGrp="1"/>
          </p:cNvSpPr>
          <p:nvPr>
            <p:ph type="title"/>
          </p:nvPr>
        </p:nvSpPr>
        <p:spPr>
          <a:xfrm>
            <a:off x="629841" y="365128"/>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CC170C-3587-D6CC-D070-51EA5476886F}"/>
              </a:ext>
            </a:extLst>
          </p:cNvPr>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C43148B-350B-DBA4-2B66-B915D3C77F57}"/>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D600694-E2C5-D972-824E-DA81661C56C9}"/>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70CD9C-A538-DE59-FEC6-CAA8C7E10CEC}"/>
              </a:ext>
            </a:extLst>
          </p:cNvPr>
          <p:cNvSpPr>
            <a:spLocks noGrp="1"/>
          </p:cNvSpPr>
          <p:nvPr>
            <p:ph sz="quarter" idx="4"/>
          </p:nvPr>
        </p:nvSpPr>
        <p:spPr>
          <a:xfrm>
            <a:off x="4629151"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77CDE19-329D-FB23-89F4-1EB664408D8D}"/>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8" name="フッター プレースホルダー 7">
            <a:extLst>
              <a:ext uri="{FF2B5EF4-FFF2-40B4-BE49-F238E27FC236}">
                <a16:creationId xmlns:a16="http://schemas.microsoft.com/office/drawing/2014/main" id="{72E97D88-021B-8861-7D79-54017D71FAE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341606A-B319-9A21-A4FD-727C323DD379}"/>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42134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4340EC-B848-9050-374A-82EAEE5013D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E0AE0AC-0A4C-03FD-16C8-67F6244C996F}"/>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4" name="フッター プレースホルダー 3">
            <a:extLst>
              <a:ext uri="{FF2B5EF4-FFF2-40B4-BE49-F238E27FC236}">
                <a16:creationId xmlns:a16="http://schemas.microsoft.com/office/drawing/2014/main" id="{A86087E9-5C3D-B64B-5F67-4FE2C25B4DC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26CBC32-9CB2-E69D-7BF2-A9EF3694A1E1}"/>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956821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A58552D-D4CB-54F5-2CAB-A20CFCEE522F}"/>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3" name="フッター プレースホルダー 2">
            <a:extLst>
              <a:ext uri="{FF2B5EF4-FFF2-40B4-BE49-F238E27FC236}">
                <a16:creationId xmlns:a16="http://schemas.microsoft.com/office/drawing/2014/main" id="{1C9FA5F0-75D6-E91D-6CFA-E22CD999B60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F0A104F-197B-95D7-42BE-1EE7647D97FA}"/>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24904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315D64-C009-F09B-3D2B-A31F37D5D74F}"/>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BDFA13-0814-6279-F198-5FB291AC4857}"/>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B1C71DF-E633-6D7C-894C-D9630FA95247}"/>
              </a:ext>
            </a:extLst>
          </p:cNvPr>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C71CFA5-4635-C61E-6EAA-FD834BA5AF3D}"/>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6" name="フッター プレースホルダー 5">
            <a:extLst>
              <a:ext uri="{FF2B5EF4-FFF2-40B4-BE49-F238E27FC236}">
                <a16:creationId xmlns:a16="http://schemas.microsoft.com/office/drawing/2014/main" id="{604D6CA6-BF2B-3DB6-1F44-241E230552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16E8771-DC76-395B-0A72-857432567A6C}"/>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1542409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8E4603-AD91-D879-CB57-CF3053AAD5E2}"/>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2A4309E-A823-99E2-98C1-B533DFBCE9B9}"/>
              </a:ext>
            </a:extLst>
          </p:cNvPr>
          <p:cNvSpPr>
            <a:spLocks noGrp="1"/>
          </p:cNvSpPr>
          <p:nvPr>
            <p:ph type="pic" idx="1"/>
          </p:nvPr>
        </p:nvSpPr>
        <p:spPr>
          <a:xfrm>
            <a:off x="3887391" y="987428"/>
            <a:ext cx="462915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0B32E9AC-3029-4FC2-5CE0-9FE30E4AE4D7}"/>
              </a:ext>
            </a:extLst>
          </p:cNvPr>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782F9EC-D3B7-CE59-5D47-65A263791EDD}"/>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6" name="フッター プレースホルダー 5">
            <a:extLst>
              <a:ext uri="{FF2B5EF4-FFF2-40B4-BE49-F238E27FC236}">
                <a16:creationId xmlns:a16="http://schemas.microsoft.com/office/drawing/2014/main" id="{02E4F9E2-C38F-FD6B-55BF-607C507ABF5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B446404-78F5-ABA8-BC14-AA748F7BA9B0}"/>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3604361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443480-8966-A2D4-8EFD-7C77BD00C02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684D5C-7554-0FB2-FBD2-B8FBFED53D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215A58-97E2-5727-F299-A919F2D5D102}"/>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5" name="フッター プレースホルダー 4">
            <a:extLst>
              <a:ext uri="{FF2B5EF4-FFF2-40B4-BE49-F238E27FC236}">
                <a16:creationId xmlns:a16="http://schemas.microsoft.com/office/drawing/2014/main" id="{2DC32675-9D0F-04D5-777C-C756D38AEE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8BD59C7-2337-A37D-815F-3E2DBF7D541E}"/>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339118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721DBAD-82B5-DE82-4B74-E61B22D9F6E0}"/>
              </a:ext>
            </a:extLst>
          </p:cNvPr>
          <p:cNvSpPr>
            <a:spLocks noGrp="1"/>
          </p:cNvSpPr>
          <p:nvPr>
            <p:ph type="title" orient="vert"/>
          </p:nvPr>
        </p:nvSpPr>
        <p:spPr>
          <a:xfrm>
            <a:off x="6543676"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174A5C5-7CAB-E591-BE33-66B2AAB25CA8}"/>
              </a:ext>
            </a:extLst>
          </p:cNvPr>
          <p:cNvSpPr>
            <a:spLocks noGrp="1"/>
          </p:cNvSpPr>
          <p:nvPr>
            <p:ph type="body" orient="vert" idx="1"/>
          </p:nvPr>
        </p:nvSpPr>
        <p:spPr>
          <a:xfrm>
            <a:off x="628651"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187D83-835D-42D9-C546-01027ED3222F}"/>
              </a:ext>
            </a:extLst>
          </p:cNvPr>
          <p:cNvSpPr>
            <a:spLocks noGrp="1"/>
          </p:cNvSpPr>
          <p:nvPr>
            <p:ph type="dt" sz="half" idx="10"/>
          </p:nvPr>
        </p:nvSpPr>
        <p:spPr/>
        <p:txBody>
          <a:bodyPr/>
          <a:lstStyle/>
          <a:p>
            <a:fld id="{C00B3758-5E0C-4BDB-B0F2-6B6AC16C9677}" type="datetimeFigureOut">
              <a:rPr kumimoji="1" lang="ja-JP" altLang="en-US" smtClean="0"/>
              <a:t>2026/10/22</a:t>
            </a:fld>
            <a:endParaRPr kumimoji="1" lang="ja-JP" altLang="en-US"/>
          </a:p>
        </p:txBody>
      </p:sp>
      <p:sp>
        <p:nvSpPr>
          <p:cNvPr id="5" name="フッター プレースホルダー 4">
            <a:extLst>
              <a:ext uri="{FF2B5EF4-FFF2-40B4-BE49-F238E27FC236}">
                <a16:creationId xmlns:a16="http://schemas.microsoft.com/office/drawing/2014/main" id="{99B6A33C-696E-3765-F569-E3BC2F0B4C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380342-3468-8003-033E-1BF9562D34BE}"/>
              </a:ext>
            </a:extLst>
          </p:cNvPr>
          <p:cNvSpPr>
            <a:spLocks noGrp="1"/>
          </p:cNvSpPr>
          <p:nvPr>
            <p:ph type="sldNum" sz="quarter" idx="12"/>
          </p:nvPr>
        </p:nvSpPr>
        <p:spPr/>
        <p:txBody>
          <a:body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1468623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998D7A3-C459-2A1B-BB08-C47E74A32312}"/>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9F4694-7A76-6139-DE85-CCA9A931560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95F8B7-0F6C-B7FD-FDC4-28F397F4226D}"/>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C00B3758-5E0C-4BDB-B0F2-6B6AC16C9677}" type="datetimeFigureOut">
              <a:rPr kumimoji="1" lang="ja-JP" altLang="en-US" smtClean="0"/>
              <a:t>2026/10/22</a:t>
            </a:fld>
            <a:endParaRPr kumimoji="1" lang="ja-JP" altLang="en-US"/>
          </a:p>
        </p:txBody>
      </p:sp>
      <p:sp>
        <p:nvSpPr>
          <p:cNvPr id="5" name="フッター プレースホルダー 4">
            <a:extLst>
              <a:ext uri="{FF2B5EF4-FFF2-40B4-BE49-F238E27FC236}">
                <a16:creationId xmlns:a16="http://schemas.microsoft.com/office/drawing/2014/main" id="{A21055D9-60C1-BDF8-9C4D-1657CF20A544}"/>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8AEBD73-C2E9-7EEF-C61C-EDF9E45E8F5B}"/>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15597F7-73BA-4290-B279-39A0F6FC601D}" type="slidenum">
              <a:rPr kumimoji="1" lang="ja-JP" altLang="en-US" smtClean="0"/>
              <a:t>‹#›</a:t>
            </a:fld>
            <a:endParaRPr kumimoji="1" lang="ja-JP" altLang="en-US"/>
          </a:p>
        </p:txBody>
      </p:sp>
    </p:spTree>
    <p:extLst>
      <p:ext uri="{BB962C8B-B14F-4D97-AF65-F5344CB8AC3E}">
        <p14:creationId xmlns:p14="http://schemas.microsoft.com/office/powerpoint/2010/main" val="354353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783"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783" rtl="0" eaLnBrk="1" latinLnBrk="0" hangingPunct="1">
        <a:defRPr kumimoji="1" sz="1350" kern="1200">
          <a:solidFill>
            <a:schemeClr val="tx1"/>
          </a:solidFill>
          <a:latin typeface="+mn-lt"/>
          <a:ea typeface="+mn-ea"/>
          <a:cs typeface="+mn-cs"/>
        </a:defRPr>
      </a:lvl1pPr>
      <a:lvl2pPr marL="342892" algn="l" defTabSz="685783" rtl="0" eaLnBrk="1" latinLnBrk="0" hangingPunct="1">
        <a:defRPr kumimoji="1" sz="1350" kern="1200">
          <a:solidFill>
            <a:schemeClr val="tx1"/>
          </a:solidFill>
          <a:latin typeface="+mn-lt"/>
          <a:ea typeface="+mn-ea"/>
          <a:cs typeface="+mn-cs"/>
        </a:defRPr>
      </a:lvl2pPr>
      <a:lvl3pPr marL="685783" algn="l" defTabSz="685783" rtl="0" eaLnBrk="1" latinLnBrk="0" hangingPunct="1">
        <a:defRPr kumimoji="1" sz="1350" kern="1200">
          <a:solidFill>
            <a:schemeClr val="tx1"/>
          </a:solidFill>
          <a:latin typeface="+mn-lt"/>
          <a:ea typeface="+mn-ea"/>
          <a:cs typeface="+mn-cs"/>
        </a:defRPr>
      </a:lvl3pPr>
      <a:lvl4pPr marL="1028675" algn="l" defTabSz="685783" rtl="0" eaLnBrk="1" latinLnBrk="0" hangingPunct="1">
        <a:defRPr kumimoji="1" sz="1350" kern="1200">
          <a:solidFill>
            <a:schemeClr val="tx1"/>
          </a:solidFill>
          <a:latin typeface="+mn-lt"/>
          <a:ea typeface="+mn-ea"/>
          <a:cs typeface="+mn-cs"/>
        </a:defRPr>
      </a:lvl4pPr>
      <a:lvl5pPr marL="1371566" algn="l" defTabSz="685783" rtl="0" eaLnBrk="1" latinLnBrk="0" hangingPunct="1">
        <a:defRPr kumimoji="1" sz="1350" kern="1200">
          <a:solidFill>
            <a:schemeClr val="tx1"/>
          </a:solidFill>
          <a:latin typeface="+mn-lt"/>
          <a:ea typeface="+mn-ea"/>
          <a:cs typeface="+mn-cs"/>
        </a:defRPr>
      </a:lvl5pPr>
      <a:lvl6pPr marL="1714457" algn="l" defTabSz="685783" rtl="0" eaLnBrk="1" latinLnBrk="0" hangingPunct="1">
        <a:defRPr kumimoji="1" sz="1350" kern="1200">
          <a:solidFill>
            <a:schemeClr val="tx1"/>
          </a:solidFill>
          <a:latin typeface="+mn-lt"/>
          <a:ea typeface="+mn-ea"/>
          <a:cs typeface="+mn-cs"/>
        </a:defRPr>
      </a:lvl6pPr>
      <a:lvl7pPr marL="2057348" algn="l" defTabSz="685783" rtl="0" eaLnBrk="1" latinLnBrk="0" hangingPunct="1">
        <a:defRPr kumimoji="1" sz="1350" kern="1200">
          <a:solidFill>
            <a:schemeClr val="tx1"/>
          </a:solidFill>
          <a:latin typeface="+mn-lt"/>
          <a:ea typeface="+mn-ea"/>
          <a:cs typeface="+mn-cs"/>
        </a:defRPr>
      </a:lvl7pPr>
      <a:lvl8pPr marL="2400240" algn="l" defTabSz="685783" rtl="0" eaLnBrk="1" latinLnBrk="0" hangingPunct="1">
        <a:defRPr kumimoji="1" sz="1350" kern="1200">
          <a:solidFill>
            <a:schemeClr val="tx1"/>
          </a:solidFill>
          <a:latin typeface="+mn-lt"/>
          <a:ea typeface="+mn-ea"/>
          <a:cs typeface="+mn-cs"/>
        </a:defRPr>
      </a:lvl8pPr>
      <a:lvl9pPr marL="2743132" algn="l" defTabSz="685783"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4.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33EAB35F-622A-E2E4-CEC1-648CB3530881}"/>
              </a:ext>
            </a:extLst>
          </p:cNvPr>
          <p:cNvSpPr/>
          <p:nvPr/>
        </p:nvSpPr>
        <p:spPr>
          <a:xfrm>
            <a:off x="0" y="0"/>
            <a:ext cx="9144000" cy="6858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3" name="表紙の模様">
            <a:extLst>
              <a:ext uri="{FF2B5EF4-FFF2-40B4-BE49-F238E27FC236}">
                <a16:creationId xmlns:a16="http://schemas.microsoft.com/office/drawing/2014/main" id="{D45B0DE9-5FA7-7D16-9835-8A4AF8485B89}"/>
              </a:ext>
            </a:extLst>
          </p:cNvPr>
          <p:cNvPicPr>
            <a:picLocks/>
          </p:cNvPicPr>
          <p:nvPr/>
        </p:nvPicPr>
        <p:blipFill>
          <a:blip r:embed="rId3">
            <a:extLst>
              <a:ext uri="{28A0092B-C50C-407E-A947-70E740481C1C}">
                <a14:useLocalDpi xmlns:a14="http://schemas.microsoft.com/office/drawing/2010/main" val="0"/>
              </a:ext>
            </a:extLst>
          </a:blip>
          <a:srcRect l="12500" r="12500"/>
          <a:stretch>
            <a:fillRect/>
          </a:stretch>
        </p:blipFill>
        <p:spPr>
          <a:xfrm>
            <a:off x="0" y="-139960"/>
            <a:ext cx="9144000" cy="6858000"/>
          </a:xfrm>
          <a:prstGeom prst="rect">
            <a:avLst/>
          </a:prstGeom>
        </p:spPr>
      </p:pic>
      <p:sp>
        <p:nvSpPr>
          <p:cNvPr id="7" name="テキスト ボックス 6">
            <a:extLst>
              <a:ext uri="{FF2B5EF4-FFF2-40B4-BE49-F238E27FC236}">
                <a16:creationId xmlns:a16="http://schemas.microsoft.com/office/drawing/2014/main" id="{C1AEA02D-8BAE-676B-01C9-1B64FFFCDC3F}"/>
              </a:ext>
            </a:extLst>
          </p:cNvPr>
          <p:cNvSpPr txBox="1"/>
          <p:nvPr/>
        </p:nvSpPr>
        <p:spPr>
          <a:xfrm>
            <a:off x="373223" y="4839954"/>
            <a:ext cx="4198776" cy="1569660"/>
          </a:xfrm>
          <a:prstGeom prst="rect">
            <a:avLst/>
          </a:prstGeom>
          <a:noFill/>
        </p:spPr>
        <p:txBody>
          <a:bodyPr wrap="square" rtlCol="0">
            <a:spAutoFit/>
          </a:bodyPr>
          <a:lstStyle/>
          <a:p>
            <a:r>
              <a:rPr lang="ja-JP" altLang="en-US" sz="2400" b="1" dirty="0">
                <a:solidFill>
                  <a:schemeClr val="bg1"/>
                </a:solidFill>
                <a:latin typeface="Noto Sans JP" panose="020B0200000000000000" pitchFamily="50" charset="-128"/>
                <a:ea typeface="Noto Sans JP" panose="020B0200000000000000" pitchFamily="50" charset="-128"/>
              </a:rPr>
              <a:t>　　　　</a:t>
            </a:r>
            <a:endParaRPr lang="en-US" altLang="ja-JP" sz="2400" b="1" dirty="0">
              <a:solidFill>
                <a:schemeClr val="bg1"/>
              </a:solidFill>
              <a:latin typeface="Noto Sans JP" panose="020B0200000000000000" pitchFamily="50" charset="-128"/>
              <a:ea typeface="Noto Sans JP" panose="020B0200000000000000" pitchFamily="50" charset="-128"/>
            </a:endParaRPr>
          </a:p>
          <a:p>
            <a:r>
              <a:rPr lang="ja-JP" altLang="en-US" sz="2400" b="1" dirty="0">
                <a:solidFill>
                  <a:schemeClr val="bg1"/>
                </a:solidFill>
                <a:latin typeface="Noto Sans JP" panose="020B0200000000000000" pitchFamily="50" charset="-128"/>
                <a:ea typeface="Noto Sans JP" panose="020B0200000000000000" pitchFamily="50" charset="-128"/>
              </a:rPr>
              <a:t>　　　　テスト前の学生</a:t>
            </a:r>
            <a:endParaRPr lang="en-US" altLang="ja-JP" sz="2400" b="1" dirty="0">
              <a:solidFill>
                <a:schemeClr val="bg1"/>
              </a:solidFill>
              <a:latin typeface="Noto Sans JP" panose="020B0200000000000000" pitchFamily="50" charset="-128"/>
              <a:ea typeface="Noto Sans JP" panose="020B0200000000000000" pitchFamily="50" charset="-128"/>
            </a:endParaRPr>
          </a:p>
          <a:p>
            <a:r>
              <a:rPr lang="ja-JP" altLang="en-US" sz="2400" b="1" dirty="0">
                <a:solidFill>
                  <a:schemeClr val="bg1"/>
                </a:solidFill>
                <a:latin typeface="Noto Sans JP" panose="020B0200000000000000" pitchFamily="50" charset="-128"/>
                <a:ea typeface="Noto Sans JP" panose="020B0200000000000000" pitchFamily="50" charset="-128"/>
              </a:rPr>
              <a:t>対象者：受験生</a:t>
            </a:r>
            <a:endParaRPr lang="en-US" altLang="ja-JP" sz="2400" b="1" dirty="0">
              <a:solidFill>
                <a:schemeClr val="bg1"/>
              </a:solidFill>
              <a:latin typeface="Noto Sans JP" panose="020B0200000000000000" pitchFamily="50" charset="-128"/>
              <a:ea typeface="Noto Sans JP" panose="020B0200000000000000" pitchFamily="50" charset="-128"/>
            </a:endParaRPr>
          </a:p>
          <a:p>
            <a:endParaRPr lang="ja-JP" altLang="en-US" sz="2400" b="1" dirty="0">
              <a:solidFill>
                <a:schemeClr val="bg1"/>
              </a:solidFill>
              <a:latin typeface="Noto Sans JP" panose="020B0200000000000000" pitchFamily="50" charset="-128"/>
              <a:ea typeface="Noto Sans JP" panose="020B0200000000000000" pitchFamily="50" charset="-128"/>
            </a:endParaRPr>
          </a:p>
        </p:txBody>
      </p:sp>
      <p:sp>
        <p:nvSpPr>
          <p:cNvPr id="8" name="テキスト ボックス 7">
            <a:extLst>
              <a:ext uri="{FF2B5EF4-FFF2-40B4-BE49-F238E27FC236}">
                <a16:creationId xmlns:a16="http://schemas.microsoft.com/office/drawing/2014/main" id="{D53A29A3-C9EB-6F2A-C01D-B7C87BD6C97D}"/>
              </a:ext>
            </a:extLst>
          </p:cNvPr>
          <p:cNvSpPr txBox="1"/>
          <p:nvPr/>
        </p:nvSpPr>
        <p:spPr>
          <a:xfrm>
            <a:off x="6207807" y="5286230"/>
            <a:ext cx="2411964" cy="461665"/>
          </a:xfrm>
          <a:prstGeom prst="rect">
            <a:avLst/>
          </a:prstGeom>
          <a:noFill/>
        </p:spPr>
        <p:txBody>
          <a:bodyPr wrap="square" rtlCol="0">
            <a:spAutoFit/>
          </a:bodyPr>
          <a:lstStyle/>
          <a:p>
            <a:r>
              <a:rPr lang="ja-JP" altLang="en-US" sz="2400" b="1" dirty="0">
                <a:solidFill>
                  <a:schemeClr val="bg1"/>
                </a:solidFill>
                <a:latin typeface="Noto Sans JP" panose="020B0200000000000000" pitchFamily="50" charset="-128"/>
                <a:ea typeface="Noto Sans JP" panose="020B0200000000000000" pitchFamily="50" charset="-128"/>
              </a:rPr>
              <a:t>課題番号：〇〇</a:t>
            </a:r>
          </a:p>
        </p:txBody>
      </p:sp>
      <p:pic>
        <p:nvPicPr>
          <p:cNvPr id="5" name="LOGO_表紙">
            <a:extLst>
              <a:ext uri="{FF2B5EF4-FFF2-40B4-BE49-F238E27FC236}">
                <a16:creationId xmlns:a16="http://schemas.microsoft.com/office/drawing/2014/main" id="{64024154-FCC9-999D-0B33-57CE214FB39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720288" y="179069"/>
            <a:ext cx="3703421" cy="3478531"/>
          </a:xfrm>
          <a:prstGeom prst="rect">
            <a:avLst/>
          </a:prstGeom>
        </p:spPr>
      </p:pic>
      <p:sp>
        <p:nvSpPr>
          <p:cNvPr id="6" name="E_ひとこと">
            <a:extLst>
              <a:ext uri="{FF2B5EF4-FFF2-40B4-BE49-F238E27FC236}">
                <a16:creationId xmlns:a16="http://schemas.microsoft.com/office/drawing/2014/main" id="{D5E11F1D-35B6-58B1-1D54-B6C1F6A92899}"/>
              </a:ext>
            </a:extLst>
          </p:cNvPr>
          <p:cNvSpPr txBox="1"/>
          <p:nvPr/>
        </p:nvSpPr>
        <p:spPr>
          <a:xfrm>
            <a:off x="0" y="3927248"/>
            <a:ext cx="9144000" cy="369332"/>
          </a:xfrm>
          <a:prstGeom prst="rect">
            <a:avLst/>
          </a:prstGeom>
          <a:noFill/>
        </p:spPr>
        <p:txBody>
          <a:bodyPr vert="horz" wrap="square" lIns="0" tIns="0" rIns="0" bIns="0" rtlCol="0" anchor="ctr">
            <a:noAutofit/>
          </a:bodyPr>
          <a:lstStyle/>
          <a:p>
            <a:pPr algn="ctr"/>
            <a:r>
              <a:rPr kumimoji="1" lang="ja-JP" altLang="en-US" sz="2800" b="1" dirty="0">
                <a:solidFill>
                  <a:srgbClr val="F1E46A"/>
                </a:solidFill>
                <a:latin typeface="Noto Sans JP" panose="020B0200000000000000" pitchFamily="50" charset="-128"/>
                <a:ea typeface="Noto Sans JP" panose="020B0200000000000000" pitchFamily="50" charset="-128"/>
              </a:rPr>
              <a:t>～崩れても立て直せる、あなた専用の学習計画～</a:t>
            </a:r>
          </a:p>
        </p:txBody>
      </p:sp>
    </p:spTree>
    <p:extLst>
      <p:ext uri="{BB962C8B-B14F-4D97-AF65-F5344CB8AC3E}">
        <p14:creationId xmlns:p14="http://schemas.microsoft.com/office/powerpoint/2010/main" val="2617131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33EAB35F-622A-E2E4-CEC1-648CB3530881}"/>
              </a:ext>
            </a:extLst>
          </p:cNvPr>
          <p:cNvSpPr/>
          <p:nvPr/>
        </p:nvSpPr>
        <p:spPr>
          <a:xfrm>
            <a:off x="0" y="0"/>
            <a:ext cx="9144000" cy="6858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3" name="表紙の模様">
            <a:extLst>
              <a:ext uri="{FF2B5EF4-FFF2-40B4-BE49-F238E27FC236}">
                <a16:creationId xmlns:a16="http://schemas.microsoft.com/office/drawing/2014/main" id="{D45B0DE9-5FA7-7D16-9835-8A4AF8485B89}"/>
              </a:ext>
            </a:extLst>
          </p:cNvPr>
          <p:cNvPicPr>
            <a:picLocks/>
          </p:cNvPicPr>
          <p:nvPr/>
        </p:nvPicPr>
        <p:blipFill>
          <a:blip r:embed="rId3">
            <a:extLst>
              <a:ext uri="{28A0092B-C50C-407E-A947-70E740481C1C}">
                <a14:useLocalDpi xmlns:a14="http://schemas.microsoft.com/office/drawing/2010/main" val="0"/>
              </a:ext>
            </a:extLst>
          </a:blip>
          <a:srcRect l="12500" r="12500"/>
          <a:stretch>
            <a:fillRect/>
          </a:stretch>
        </p:blipFill>
        <p:spPr>
          <a:xfrm>
            <a:off x="0" y="-139960"/>
            <a:ext cx="9144000" cy="6858000"/>
          </a:xfrm>
          <a:prstGeom prst="rect">
            <a:avLst/>
          </a:prstGeom>
        </p:spPr>
      </p:pic>
      <p:sp>
        <p:nvSpPr>
          <p:cNvPr id="5" name="HA_数字">
            <a:extLst>
              <a:ext uri="{FF2B5EF4-FFF2-40B4-BE49-F238E27FC236}">
                <a16:creationId xmlns:a16="http://schemas.microsoft.com/office/drawing/2014/main" id="{E8A0D9B0-433A-8110-A78D-7259D1EF6FF9}"/>
              </a:ext>
            </a:extLst>
          </p:cNvPr>
          <p:cNvSpPr txBox="1"/>
          <p:nvPr/>
        </p:nvSpPr>
        <p:spPr>
          <a:xfrm>
            <a:off x="285750" y="3244334"/>
            <a:ext cx="4286250" cy="369332"/>
          </a:xfrm>
          <a:prstGeom prst="rect">
            <a:avLst/>
          </a:prstGeom>
          <a:noFill/>
        </p:spPr>
        <p:txBody>
          <a:bodyPr vert="horz" wrap="square" lIns="0" tIns="0" rIns="0" bIns="0" rtlCol="0" anchor="ctr">
            <a:noAutofit/>
          </a:bodyPr>
          <a:lstStyle/>
          <a:p>
            <a:pPr algn="ctr"/>
            <a:r>
              <a:rPr lang="en-US" altLang="ja-JP" sz="12750" b="1" dirty="0">
                <a:solidFill>
                  <a:srgbClr val="F1E46A"/>
                </a:solidFill>
                <a:latin typeface="Noto Sans JP" panose="020B0200000000000000" pitchFamily="50" charset="-128"/>
                <a:ea typeface="Noto Sans JP" panose="020B0200000000000000" pitchFamily="50" charset="-128"/>
              </a:rPr>
              <a:t>1</a:t>
            </a:r>
            <a:r>
              <a:rPr lang="ja-JP" altLang="en-US" sz="4800" b="1" dirty="0">
                <a:solidFill>
                  <a:srgbClr val="F1E46A"/>
                </a:solidFill>
                <a:latin typeface="Noto Sans JP" panose="020B0200000000000000" pitchFamily="50" charset="-128"/>
                <a:ea typeface="Noto Sans JP" panose="020B0200000000000000" pitchFamily="50" charset="-128"/>
              </a:rPr>
              <a:t>日</a:t>
            </a:r>
          </a:p>
        </p:txBody>
      </p:sp>
      <p:sp>
        <p:nvSpPr>
          <p:cNvPr id="6" name="HA_上">
            <a:extLst>
              <a:ext uri="{FF2B5EF4-FFF2-40B4-BE49-F238E27FC236}">
                <a16:creationId xmlns:a16="http://schemas.microsoft.com/office/drawing/2014/main" id="{748A0E61-AB3D-E719-E4A7-66C1691FA74A}"/>
              </a:ext>
            </a:extLst>
          </p:cNvPr>
          <p:cNvSpPr txBox="1"/>
          <p:nvPr/>
        </p:nvSpPr>
        <p:spPr>
          <a:xfrm>
            <a:off x="285750" y="1447800"/>
            <a:ext cx="4286250" cy="369332"/>
          </a:xfrm>
          <a:prstGeom prst="rect">
            <a:avLst/>
          </a:prstGeom>
          <a:noFill/>
        </p:spPr>
        <p:txBody>
          <a:bodyPr vert="horz" wrap="square" lIns="0" tIns="0" rIns="0" bIns="0" rtlCol="0" anchor="ctr">
            <a:noAutofit/>
          </a:bodyPr>
          <a:lstStyle/>
          <a:p>
            <a:pPr algn="ctr"/>
            <a:r>
              <a:rPr lang="ja-JP" altLang="en-US" sz="2700" b="1" dirty="0">
                <a:solidFill>
                  <a:srgbClr val="FFFFFF"/>
                </a:solidFill>
                <a:latin typeface="Noto Sans JP" panose="020B0200000000000000" pitchFamily="50" charset="-128"/>
                <a:ea typeface="Noto Sans JP" panose="020B0200000000000000" pitchFamily="50" charset="-128"/>
              </a:rPr>
              <a:t>定期テストまで、あと</a:t>
            </a:r>
          </a:p>
        </p:txBody>
      </p:sp>
      <p:sp>
        <p:nvSpPr>
          <p:cNvPr id="7" name="HA_下">
            <a:extLst>
              <a:ext uri="{FF2B5EF4-FFF2-40B4-BE49-F238E27FC236}">
                <a16:creationId xmlns:a16="http://schemas.microsoft.com/office/drawing/2014/main" id="{FF9CE19B-584A-721B-A6F8-D04CB7970BC6}"/>
              </a:ext>
            </a:extLst>
          </p:cNvPr>
          <p:cNvSpPr txBox="1"/>
          <p:nvPr/>
        </p:nvSpPr>
        <p:spPr>
          <a:xfrm>
            <a:off x="66675" y="4978400"/>
            <a:ext cx="4724400" cy="369332"/>
          </a:xfrm>
          <a:prstGeom prst="rect">
            <a:avLst/>
          </a:prstGeom>
          <a:noFill/>
        </p:spPr>
        <p:txBody>
          <a:bodyPr vert="horz" wrap="square" lIns="0" tIns="0" rIns="0" bIns="0" rtlCol="0" anchor="ctr">
            <a:noAutofit/>
          </a:bodyPr>
          <a:lstStyle/>
          <a:p>
            <a:pPr algn="ctr"/>
            <a:r>
              <a:rPr lang="en-US" altLang="ja-JP" sz="2400" dirty="0">
                <a:solidFill>
                  <a:schemeClr val="bg1">
                    <a:lumMod val="95000"/>
                  </a:schemeClr>
                </a:solidFill>
                <a:latin typeface="Noto Sans JP" panose="020B0200000000000000" pitchFamily="50" charset="-128"/>
                <a:ea typeface="Noto Sans JP" panose="020B0200000000000000" pitchFamily="50" charset="-128"/>
              </a:rPr>
              <a:t>…</a:t>
            </a:r>
            <a:r>
              <a:rPr lang="ja-JP" altLang="en-US" sz="2400" dirty="0">
                <a:solidFill>
                  <a:schemeClr val="bg1">
                    <a:lumMod val="95000"/>
                  </a:schemeClr>
                </a:solidFill>
                <a:latin typeface="Noto Sans JP" panose="020B0200000000000000" pitchFamily="50" charset="-128"/>
                <a:ea typeface="Noto Sans JP" panose="020B0200000000000000" pitchFamily="50" charset="-128"/>
              </a:rPr>
              <a:t>まだ、何も手をつけていない。</a:t>
            </a:r>
            <a:br>
              <a:rPr lang="en-US" altLang="ja-JP" sz="2400" dirty="0">
                <a:solidFill>
                  <a:schemeClr val="bg1">
                    <a:lumMod val="95000"/>
                  </a:schemeClr>
                </a:solidFill>
                <a:latin typeface="Noto Sans JP" panose="020B0200000000000000" pitchFamily="50" charset="-128"/>
                <a:ea typeface="Noto Sans JP" panose="020B0200000000000000" pitchFamily="50" charset="-128"/>
              </a:rPr>
            </a:br>
            <a:r>
              <a:rPr lang="ja-JP" altLang="en-US" sz="2400" dirty="0">
                <a:solidFill>
                  <a:schemeClr val="bg1">
                    <a:lumMod val="95000"/>
                  </a:schemeClr>
                </a:solidFill>
                <a:latin typeface="Noto Sans JP" panose="020B0200000000000000" pitchFamily="50" charset="-128"/>
                <a:ea typeface="Noto Sans JP" panose="020B0200000000000000" pitchFamily="50" charset="-128"/>
              </a:rPr>
              <a:t>終わった</a:t>
            </a:r>
            <a:r>
              <a:rPr lang="en-US" altLang="ja-JP" sz="2400" dirty="0">
                <a:solidFill>
                  <a:schemeClr val="bg1">
                    <a:lumMod val="95000"/>
                  </a:schemeClr>
                </a:solidFill>
                <a:latin typeface="Noto Sans JP" panose="020B0200000000000000" pitchFamily="50" charset="-128"/>
                <a:ea typeface="Noto Sans JP" panose="020B0200000000000000" pitchFamily="50" charset="-128"/>
              </a:rPr>
              <a:t>……</a:t>
            </a:r>
          </a:p>
        </p:txBody>
      </p:sp>
      <p:sp>
        <p:nvSpPr>
          <p:cNvPr id="8" name="HA_カード">
            <a:extLst>
              <a:ext uri="{FF2B5EF4-FFF2-40B4-BE49-F238E27FC236}">
                <a16:creationId xmlns:a16="http://schemas.microsoft.com/office/drawing/2014/main" id="{9E5DF788-63A2-7C2C-A35C-893549DB5FCB}"/>
              </a:ext>
            </a:extLst>
          </p:cNvPr>
          <p:cNvSpPr/>
          <p:nvPr/>
        </p:nvSpPr>
        <p:spPr>
          <a:xfrm>
            <a:off x="4724400" y="990600"/>
            <a:ext cx="4076700" cy="5207000"/>
          </a:xfrm>
          <a:prstGeom prst="roundRect">
            <a:avLst>
              <a:gd name="adj" fmla="val 4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 name="HA_日1">
            <a:extLst>
              <a:ext uri="{FF2B5EF4-FFF2-40B4-BE49-F238E27FC236}">
                <a16:creationId xmlns:a16="http://schemas.microsoft.com/office/drawing/2014/main" id="{21D0CC56-12C8-78A0-1C17-002C80F12A9B}"/>
              </a:ext>
            </a:extLst>
          </p:cNvPr>
          <p:cNvSpPr txBox="1"/>
          <p:nvPr/>
        </p:nvSpPr>
        <p:spPr>
          <a:xfrm>
            <a:off x="7048500" y="1219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9" name="HA_日2">
            <a:extLst>
              <a:ext uri="{FF2B5EF4-FFF2-40B4-BE49-F238E27FC236}">
                <a16:creationId xmlns:a16="http://schemas.microsoft.com/office/drawing/2014/main" id="{098E4CF9-D6B4-FA4B-CF52-AA0D62338E2F}"/>
              </a:ext>
            </a:extLst>
          </p:cNvPr>
          <p:cNvSpPr txBox="1"/>
          <p:nvPr/>
        </p:nvSpPr>
        <p:spPr>
          <a:xfrm>
            <a:off x="7581900" y="1219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0" name="HA_日3">
            <a:extLst>
              <a:ext uri="{FF2B5EF4-FFF2-40B4-BE49-F238E27FC236}">
                <a16:creationId xmlns:a16="http://schemas.microsoft.com/office/drawing/2014/main" id="{A6B55FF2-4EE6-ADFB-15AF-61790E50ED4E}"/>
              </a:ext>
            </a:extLst>
          </p:cNvPr>
          <p:cNvSpPr txBox="1"/>
          <p:nvPr/>
        </p:nvSpPr>
        <p:spPr>
          <a:xfrm>
            <a:off x="8115300" y="1219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3</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1" name="HA_日4">
            <a:extLst>
              <a:ext uri="{FF2B5EF4-FFF2-40B4-BE49-F238E27FC236}">
                <a16:creationId xmlns:a16="http://schemas.microsoft.com/office/drawing/2014/main" id="{49F6E40C-607E-2E09-F6EF-48EB3B995F7C}"/>
              </a:ext>
            </a:extLst>
          </p:cNvPr>
          <p:cNvSpPr txBox="1"/>
          <p:nvPr/>
        </p:nvSpPr>
        <p:spPr>
          <a:xfrm>
            <a:off x="49149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4</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2" name="HA_日5">
            <a:extLst>
              <a:ext uri="{FF2B5EF4-FFF2-40B4-BE49-F238E27FC236}">
                <a16:creationId xmlns:a16="http://schemas.microsoft.com/office/drawing/2014/main" id="{869149C7-E5A2-6FF8-C0EA-321AECB0B944}"/>
              </a:ext>
            </a:extLst>
          </p:cNvPr>
          <p:cNvSpPr txBox="1"/>
          <p:nvPr/>
        </p:nvSpPr>
        <p:spPr>
          <a:xfrm>
            <a:off x="54483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5</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3" name="HA_日6">
            <a:extLst>
              <a:ext uri="{FF2B5EF4-FFF2-40B4-BE49-F238E27FC236}">
                <a16:creationId xmlns:a16="http://schemas.microsoft.com/office/drawing/2014/main" id="{E474F6AA-4636-E1C0-B59D-FAB2307696DE}"/>
              </a:ext>
            </a:extLst>
          </p:cNvPr>
          <p:cNvSpPr txBox="1"/>
          <p:nvPr/>
        </p:nvSpPr>
        <p:spPr>
          <a:xfrm>
            <a:off x="59817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6</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4" name="HA_日7">
            <a:extLst>
              <a:ext uri="{FF2B5EF4-FFF2-40B4-BE49-F238E27FC236}">
                <a16:creationId xmlns:a16="http://schemas.microsoft.com/office/drawing/2014/main" id="{0B2B2508-5085-B546-B4B5-F614E93EB958}"/>
              </a:ext>
            </a:extLst>
          </p:cNvPr>
          <p:cNvSpPr txBox="1"/>
          <p:nvPr/>
        </p:nvSpPr>
        <p:spPr>
          <a:xfrm>
            <a:off x="65151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7</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5" name="HA_日8">
            <a:extLst>
              <a:ext uri="{FF2B5EF4-FFF2-40B4-BE49-F238E27FC236}">
                <a16:creationId xmlns:a16="http://schemas.microsoft.com/office/drawing/2014/main" id="{CA23E59F-CBE9-FDFA-9E53-2C0C008A40E3}"/>
              </a:ext>
            </a:extLst>
          </p:cNvPr>
          <p:cNvSpPr txBox="1"/>
          <p:nvPr/>
        </p:nvSpPr>
        <p:spPr>
          <a:xfrm>
            <a:off x="70485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8</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6" name="HA_日9">
            <a:extLst>
              <a:ext uri="{FF2B5EF4-FFF2-40B4-BE49-F238E27FC236}">
                <a16:creationId xmlns:a16="http://schemas.microsoft.com/office/drawing/2014/main" id="{EB37417C-6849-63B4-E50F-3CB1619483D0}"/>
              </a:ext>
            </a:extLst>
          </p:cNvPr>
          <p:cNvSpPr txBox="1"/>
          <p:nvPr/>
        </p:nvSpPr>
        <p:spPr>
          <a:xfrm>
            <a:off x="75819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9</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7" name="HA_日10">
            <a:extLst>
              <a:ext uri="{FF2B5EF4-FFF2-40B4-BE49-F238E27FC236}">
                <a16:creationId xmlns:a16="http://schemas.microsoft.com/office/drawing/2014/main" id="{69BA2717-276A-A1D4-5BFE-CD3B016DB8B9}"/>
              </a:ext>
            </a:extLst>
          </p:cNvPr>
          <p:cNvSpPr txBox="1"/>
          <p:nvPr/>
        </p:nvSpPr>
        <p:spPr>
          <a:xfrm>
            <a:off x="8115300" y="1854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10</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8" name="HA_日11">
            <a:extLst>
              <a:ext uri="{FF2B5EF4-FFF2-40B4-BE49-F238E27FC236}">
                <a16:creationId xmlns:a16="http://schemas.microsoft.com/office/drawing/2014/main" id="{94BCB266-7731-D4A9-90A0-A50D6BE750F6}"/>
              </a:ext>
            </a:extLst>
          </p:cNvPr>
          <p:cNvSpPr txBox="1"/>
          <p:nvPr/>
        </p:nvSpPr>
        <p:spPr>
          <a:xfrm>
            <a:off x="4914900" y="2997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11</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19" name="HA_日12">
            <a:extLst>
              <a:ext uri="{FF2B5EF4-FFF2-40B4-BE49-F238E27FC236}">
                <a16:creationId xmlns:a16="http://schemas.microsoft.com/office/drawing/2014/main" id="{D8217498-DA77-41D8-3EB1-E063CF66F80E}"/>
              </a:ext>
            </a:extLst>
          </p:cNvPr>
          <p:cNvSpPr txBox="1"/>
          <p:nvPr/>
        </p:nvSpPr>
        <p:spPr>
          <a:xfrm>
            <a:off x="5448300" y="2997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12</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0" name="HA_日13">
            <a:extLst>
              <a:ext uri="{FF2B5EF4-FFF2-40B4-BE49-F238E27FC236}">
                <a16:creationId xmlns:a16="http://schemas.microsoft.com/office/drawing/2014/main" id="{EA142EDF-6E6F-E5C7-FDCC-96AEE4AC707E}"/>
              </a:ext>
            </a:extLst>
          </p:cNvPr>
          <p:cNvSpPr txBox="1"/>
          <p:nvPr/>
        </p:nvSpPr>
        <p:spPr>
          <a:xfrm>
            <a:off x="5981700" y="2997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13</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1" name="HA_日14">
            <a:extLst>
              <a:ext uri="{FF2B5EF4-FFF2-40B4-BE49-F238E27FC236}">
                <a16:creationId xmlns:a16="http://schemas.microsoft.com/office/drawing/2014/main" id="{3EA28A09-598B-5C4E-2C36-45BE090BF192}"/>
              </a:ext>
            </a:extLst>
          </p:cNvPr>
          <p:cNvSpPr txBox="1"/>
          <p:nvPr/>
        </p:nvSpPr>
        <p:spPr>
          <a:xfrm>
            <a:off x="6515100" y="2997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14</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2" name="HA_日15">
            <a:extLst>
              <a:ext uri="{FF2B5EF4-FFF2-40B4-BE49-F238E27FC236}">
                <a16:creationId xmlns:a16="http://schemas.microsoft.com/office/drawing/2014/main" id="{CFEAA262-4D7D-F2A0-9566-F103F5A0C214}"/>
              </a:ext>
            </a:extLst>
          </p:cNvPr>
          <p:cNvSpPr txBox="1"/>
          <p:nvPr/>
        </p:nvSpPr>
        <p:spPr>
          <a:xfrm>
            <a:off x="7048500" y="2997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15</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3" name="HA_日16">
            <a:extLst>
              <a:ext uri="{FF2B5EF4-FFF2-40B4-BE49-F238E27FC236}">
                <a16:creationId xmlns:a16="http://schemas.microsoft.com/office/drawing/2014/main" id="{20B6E94D-2727-9EDB-0AD1-3078768BA130}"/>
              </a:ext>
            </a:extLst>
          </p:cNvPr>
          <p:cNvSpPr txBox="1"/>
          <p:nvPr/>
        </p:nvSpPr>
        <p:spPr>
          <a:xfrm>
            <a:off x="7581900" y="29972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16</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4" name="HA_1週間前_丸_輪">
            <a:extLst>
              <a:ext uri="{FF2B5EF4-FFF2-40B4-BE49-F238E27FC236}">
                <a16:creationId xmlns:a16="http://schemas.microsoft.com/office/drawing/2014/main" id="{BCED9BEB-78EB-4A99-FFB3-ACC46AADAEAC}"/>
              </a:ext>
            </a:extLst>
          </p:cNvPr>
          <p:cNvSpPr/>
          <p:nvPr/>
        </p:nvSpPr>
        <p:spPr>
          <a:xfrm>
            <a:off x="8058150" y="2940050"/>
            <a:ext cx="647700" cy="647700"/>
          </a:xfrm>
          <a:prstGeom prst="ellipse">
            <a:avLst/>
          </a:prstGeom>
          <a:solidFill>
            <a:srgbClr val="CFDA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5" name="HA_1週間前_丸">
            <a:extLst>
              <a:ext uri="{FF2B5EF4-FFF2-40B4-BE49-F238E27FC236}">
                <a16:creationId xmlns:a16="http://schemas.microsoft.com/office/drawing/2014/main" id="{48918358-E84A-EC2F-203E-6C47D0D70C73}"/>
              </a:ext>
            </a:extLst>
          </p:cNvPr>
          <p:cNvSpPr/>
          <p:nvPr/>
        </p:nvSpPr>
        <p:spPr>
          <a:xfrm>
            <a:off x="8124825" y="3006725"/>
            <a:ext cx="514350" cy="51435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ja-JP" b="1" dirty="0">
                <a:solidFill>
                  <a:srgbClr val="FFFFFF"/>
                </a:solidFill>
                <a:latin typeface="Noto Sans JP" panose="020B0200000000000000" pitchFamily="50" charset="-128"/>
              </a:rPr>
              <a:t>17</a:t>
            </a:r>
            <a:endParaRPr lang="ja-JP" altLang="en-US" b="1" dirty="0">
              <a:solidFill>
                <a:srgbClr val="FFFFFF"/>
              </a:solidFill>
              <a:latin typeface="Noto Sans JP" panose="020B0200000000000000" pitchFamily="50" charset="-128"/>
            </a:endParaRPr>
          </a:p>
        </p:txBody>
      </p:sp>
      <p:sp>
        <p:nvSpPr>
          <p:cNvPr id="26" name="HA_1週間前_字">
            <a:extLst>
              <a:ext uri="{FF2B5EF4-FFF2-40B4-BE49-F238E27FC236}">
                <a16:creationId xmlns:a16="http://schemas.microsoft.com/office/drawing/2014/main" id="{020980AE-C0F0-0933-95EE-C9FD0CDF0A19}"/>
              </a:ext>
            </a:extLst>
          </p:cNvPr>
          <p:cNvSpPr txBox="1"/>
          <p:nvPr/>
        </p:nvSpPr>
        <p:spPr>
          <a:xfrm>
            <a:off x="8001000" y="3657600"/>
            <a:ext cx="762000" cy="369332"/>
          </a:xfrm>
          <a:prstGeom prst="rect">
            <a:avLst/>
          </a:prstGeom>
          <a:noFill/>
        </p:spPr>
        <p:txBody>
          <a:bodyPr vert="horz" wrap="square" lIns="0" tIns="0" rIns="0" bIns="0" rtlCol="0" anchor="ctr">
            <a:noAutofit/>
          </a:bodyPr>
          <a:lstStyle/>
          <a:p>
            <a:pPr algn="ctr"/>
            <a:r>
              <a:rPr lang="en-US" altLang="ja-JP" sz="1400" b="1" dirty="0">
                <a:solidFill>
                  <a:srgbClr val="2350B5"/>
                </a:solidFill>
                <a:latin typeface="Noto Sans JP" panose="020B0200000000000000" pitchFamily="50" charset="-128"/>
                <a:ea typeface="Noto Sans JP" panose="020B0200000000000000" pitchFamily="50" charset="-128"/>
              </a:rPr>
              <a:t>1</a:t>
            </a:r>
            <a:r>
              <a:rPr lang="ja-JP" altLang="en-US" sz="1400" b="1" dirty="0">
                <a:solidFill>
                  <a:srgbClr val="2350B5"/>
                </a:solidFill>
                <a:latin typeface="Noto Sans JP" panose="020B0200000000000000" pitchFamily="50" charset="-128"/>
                <a:ea typeface="Noto Sans JP" panose="020B0200000000000000" pitchFamily="50" charset="-128"/>
              </a:rPr>
              <a:t>週間前</a:t>
            </a:r>
          </a:p>
        </p:txBody>
      </p:sp>
      <p:sp>
        <p:nvSpPr>
          <p:cNvPr id="27" name="HA_日18">
            <a:extLst>
              <a:ext uri="{FF2B5EF4-FFF2-40B4-BE49-F238E27FC236}">
                <a16:creationId xmlns:a16="http://schemas.microsoft.com/office/drawing/2014/main" id="{EE383EBA-F579-16ED-C335-AE90AB1C1057}"/>
              </a:ext>
            </a:extLst>
          </p:cNvPr>
          <p:cNvSpPr txBox="1"/>
          <p:nvPr/>
        </p:nvSpPr>
        <p:spPr>
          <a:xfrm>
            <a:off x="4914900" y="43180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18</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8" name="HA_日19">
            <a:extLst>
              <a:ext uri="{FF2B5EF4-FFF2-40B4-BE49-F238E27FC236}">
                <a16:creationId xmlns:a16="http://schemas.microsoft.com/office/drawing/2014/main" id="{E133FF0E-8DA3-8B84-4199-52842C83F1FB}"/>
              </a:ext>
            </a:extLst>
          </p:cNvPr>
          <p:cNvSpPr txBox="1"/>
          <p:nvPr/>
        </p:nvSpPr>
        <p:spPr>
          <a:xfrm>
            <a:off x="5448300" y="43180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19</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29" name="HA_日20">
            <a:extLst>
              <a:ext uri="{FF2B5EF4-FFF2-40B4-BE49-F238E27FC236}">
                <a16:creationId xmlns:a16="http://schemas.microsoft.com/office/drawing/2014/main" id="{11BA992A-B504-630E-DF9A-F970D457A17F}"/>
              </a:ext>
            </a:extLst>
          </p:cNvPr>
          <p:cNvSpPr txBox="1"/>
          <p:nvPr/>
        </p:nvSpPr>
        <p:spPr>
          <a:xfrm>
            <a:off x="5981700" y="43180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20</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30" name="HA_日21">
            <a:extLst>
              <a:ext uri="{FF2B5EF4-FFF2-40B4-BE49-F238E27FC236}">
                <a16:creationId xmlns:a16="http://schemas.microsoft.com/office/drawing/2014/main" id="{05188DAA-47DF-D28E-B8DA-FAA9BA74A7FF}"/>
              </a:ext>
            </a:extLst>
          </p:cNvPr>
          <p:cNvSpPr txBox="1"/>
          <p:nvPr/>
        </p:nvSpPr>
        <p:spPr>
          <a:xfrm>
            <a:off x="6515100" y="43180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21</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31" name="HA_日22">
            <a:extLst>
              <a:ext uri="{FF2B5EF4-FFF2-40B4-BE49-F238E27FC236}">
                <a16:creationId xmlns:a16="http://schemas.microsoft.com/office/drawing/2014/main" id="{4FCD792F-41BF-65D1-473E-F1E5698E6705}"/>
              </a:ext>
            </a:extLst>
          </p:cNvPr>
          <p:cNvSpPr txBox="1"/>
          <p:nvPr/>
        </p:nvSpPr>
        <p:spPr>
          <a:xfrm>
            <a:off x="7048500" y="43180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22</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32" name="HA_今日_丸_輪">
            <a:extLst>
              <a:ext uri="{FF2B5EF4-FFF2-40B4-BE49-F238E27FC236}">
                <a16:creationId xmlns:a16="http://schemas.microsoft.com/office/drawing/2014/main" id="{209DC7BF-E266-48C1-00FA-256EF233C21E}"/>
              </a:ext>
            </a:extLst>
          </p:cNvPr>
          <p:cNvSpPr/>
          <p:nvPr/>
        </p:nvSpPr>
        <p:spPr>
          <a:xfrm>
            <a:off x="7524750" y="4260850"/>
            <a:ext cx="647700" cy="647700"/>
          </a:xfrm>
          <a:prstGeom prst="ellipse">
            <a:avLst/>
          </a:prstGeom>
          <a:solidFill>
            <a:srgbClr val="CFDA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3" name="HA_今日_丸">
            <a:extLst>
              <a:ext uri="{FF2B5EF4-FFF2-40B4-BE49-F238E27FC236}">
                <a16:creationId xmlns:a16="http://schemas.microsoft.com/office/drawing/2014/main" id="{57054B4C-CFD9-C111-9D13-1FBD169851FC}"/>
              </a:ext>
            </a:extLst>
          </p:cNvPr>
          <p:cNvSpPr/>
          <p:nvPr/>
        </p:nvSpPr>
        <p:spPr>
          <a:xfrm>
            <a:off x="7591425" y="4327525"/>
            <a:ext cx="514350" cy="514350"/>
          </a:xfrm>
          <a:prstGeom prst="ellipse">
            <a:avLst/>
          </a:prstGeom>
          <a:solidFill>
            <a:srgbClr val="FFFFFF"/>
          </a:solidFill>
          <a:ln w="5080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ja-JP" b="1">
                <a:solidFill>
                  <a:srgbClr val="2350B5"/>
                </a:solidFill>
                <a:latin typeface="Noto Sans JP" panose="020B0200000000000000" pitchFamily="50" charset="-128"/>
              </a:rPr>
              <a:t>23</a:t>
            </a:r>
            <a:endParaRPr lang="ja-JP" altLang="en-US" b="1">
              <a:solidFill>
                <a:srgbClr val="2350B5"/>
              </a:solidFill>
              <a:latin typeface="Noto Sans JP" panose="020B0200000000000000" pitchFamily="50" charset="-128"/>
            </a:endParaRPr>
          </a:p>
        </p:txBody>
      </p:sp>
      <p:sp>
        <p:nvSpPr>
          <p:cNvPr id="34" name="HA_今日_字">
            <a:extLst>
              <a:ext uri="{FF2B5EF4-FFF2-40B4-BE49-F238E27FC236}">
                <a16:creationId xmlns:a16="http://schemas.microsoft.com/office/drawing/2014/main" id="{F0F7E7E9-98C5-9330-2F95-D97F1C57646D}"/>
              </a:ext>
            </a:extLst>
          </p:cNvPr>
          <p:cNvSpPr txBox="1"/>
          <p:nvPr/>
        </p:nvSpPr>
        <p:spPr>
          <a:xfrm>
            <a:off x="7553325" y="4977884"/>
            <a:ext cx="533400" cy="369332"/>
          </a:xfrm>
          <a:prstGeom prst="rect">
            <a:avLst/>
          </a:prstGeom>
          <a:noFill/>
        </p:spPr>
        <p:txBody>
          <a:bodyPr vert="horz" wrap="square" lIns="0" tIns="0" rIns="0" bIns="0" rtlCol="0" anchor="ctr">
            <a:noAutofit/>
          </a:bodyPr>
          <a:lstStyle/>
          <a:p>
            <a:pPr algn="ctr"/>
            <a:r>
              <a:rPr lang="ja-JP" altLang="en-US" sz="1400" b="1" dirty="0">
                <a:solidFill>
                  <a:srgbClr val="2350B5"/>
                </a:solidFill>
                <a:latin typeface="Noto Sans JP" panose="020B0200000000000000" pitchFamily="50" charset="-128"/>
                <a:ea typeface="Noto Sans JP" panose="020B0200000000000000" pitchFamily="50" charset="-128"/>
              </a:rPr>
              <a:t>今日</a:t>
            </a:r>
          </a:p>
        </p:txBody>
      </p:sp>
      <p:sp>
        <p:nvSpPr>
          <p:cNvPr id="35" name="HA_テスト_丸_輪">
            <a:extLst>
              <a:ext uri="{FF2B5EF4-FFF2-40B4-BE49-F238E27FC236}">
                <a16:creationId xmlns:a16="http://schemas.microsoft.com/office/drawing/2014/main" id="{A713B363-A678-F279-B8A7-8449C010532A}"/>
              </a:ext>
            </a:extLst>
          </p:cNvPr>
          <p:cNvSpPr/>
          <p:nvPr/>
        </p:nvSpPr>
        <p:spPr>
          <a:xfrm>
            <a:off x="8058150" y="4260850"/>
            <a:ext cx="647700" cy="647700"/>
          </a:xfrm>
          <a:prstGeom prst="ellipse">
            <a:avLst/>
          </a:prstGeom>
          <a:solidFill>
            <a:srgbClr val="F6D5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6" name="HA_テスト_丸">
            <a:extLst>
              <a:ext uri="{FF2B5EF4-FFF2-40B4-BE49-F238E27FC236}">
                <a16:creationId xmlns:a16="http://schemas.microsoft.com/office/drawing/2014/main" id="{956C165C-71AA-12DE-D428-CE15D5B00685}"/>
              </a:ext>
            </a:extLst>
          </p:cNvPr>
          <p:cNvSpPr/>
          <p:nvPr/>
        </p:nvSpPr>
        <p:spPr>
          <a:xfrm>
            <a:off x="8124825" y="4327525"/>
            <a:ext cx="514350" cy="514350"/>
          </a:xfrm>
          <a:prstGeom prst="ellipse">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ja-JP" b="1">
                <a:solidFill>
                  <a:srgbClr val="FFFFFF"/>
                </a:solidFill>
                <a:latin typeface="Noto Sans JP" panose="020B0200000000000000" pitchFamily="50" charset="-128"/>
              </a:rPr>
              <a:t>24</a:t>
            </a:r>
            <a:endParaRPr lang="ja-JP" altLang="en-US" b="1">
              <a:solidFill>
                <a:srgbClr val="FFFFFF"/>
              </a:solidFill>
              <a:latin typeface="Noto Sans JP" panose="020B0200000000000000" pitchFamily="50" charset="-128"/>
            </a:endParaRPr>
          </a:p>
        </p:txBody>
      </p:sp>
      <p:sp>
        <p:nvSpPr>
          <p:cNvPr id="37" name="HA_テスト_字">
            <a:extLst>
              <a:ext uri="{FF2B5EF4-FFF2-40B4-BE49-F238E27FC236}">
                <a16:creationId xmlns:a16="http://schemas.microsoft.com/office/drawing/2014/main" id="{128A1C28-FB5F-261A-95DC-818C1D8C885B}"/>
              </a:ext>
            </a:extLst>
          </p:cNvPr>
          <p:cNvSpPr txBox="1"/>
          <p:nvPr/>
        </p:nvSpPr>
        <p:spPr>
          <a:xfrm>
            <a:off x="8115300" y="4978400"/>
            <a:ext cx="533400" cy="369332"/>
          </a:xfrm>
          <a:prstGeom prst="rect">
            <a:avLst/>
          </a:prstGeom>
          <a:noFill/>
        </p:spPr>
        <p:txBody>
          <a:bodyPr vert="horz" wrap="square" lIns="0" tIns="0" rIns="0" bIns="0" rtlCol="0" anchor="ctr">
            <a:noAutofit/>
          </a:bodyPr>
          <a:lstStyle/>
          <a:p>
            <a:pPr algn="ctr"/>
            <a:r>
              <a:rPr lang="ja-JP" altLang="en-US" sz="1400" b="1" dirty="0">
                <a:solidFill>
                  <a:srgbClr val="D02F2B"/>
                </a:solidFill>
                <a:latin typeface="Noto Sans JP" panose="020B0200000000000000" pitchFamily="50" charset="-128"/>
                <a:ea typeface="Noto Sans JP" panose="020B0200000000000000" pitchFamily="50" charset="-128"/>
              </a:rPr>
              <a:t>テスト</a:t>
            </a:r>
          </a:p>
        </p:txBody>
      </p:sp>
      <p:sp>
        <p:nvSpPr>
          <p:cNvPr id="38" name="HA_日25">
            <a:extLst>
              <a:ext uri="{FF2B5EF4-FFF2-40B4-BE49-F238E27FC236}">
                <a16:creationId xmlns:a16="http://schemas.microsoft.com/office/drawing/2014/main" id="{17F5A982-F612-0A54-8973-9F74884242D8}"/>
              </a:ext>
            </a:extLst>
          </p:cNvPr>
          <p:cNvSpPr txBox="1"/>
          <p:nvPr/>
        </p:nvSpPr>
        <p:spPr>
          <a:xfrm>
            <a:off x="49149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25</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39" name="HA_日26">
            <a:extLst>
              <a:ext uri="{FF2B5EF4-FFF2-40B4-BE49-F238E27FC236}">
                <a16:creationId xmlns:a16="http://schemas.microsoft.com/office/drawing/2014/main" id="{E13059A8-D97B-AB03-7EC7-64A2F88D6AE1}"/>
              </a:ext>
            </a:extLst>
          </p:cNvPr>
          <p:cNvSpPr txBox="1"/>
          <p:nvPr/>
        </p:nvSpPr>
        <p:spPr>
          <a:xfrm>
            <a:off x="54483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26</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40" name="HA_日27">
            <a:extLst>
              <a:ext uri="{FF2B5EF4-FFF2-40B4-BE49-F238E27FC236}">
                <a16:creationId xmlns:a16="http://schemas.microsoft.com/office/drawing/2014/main" id="{7A407ABC-6C36-F7F4-4AD6-2841FA242FDE}"/>
              </a:ext>
            </a:extLst>
          </p:cNvPr>
          <p:cNvSpPr txBox="1"/>
          <p:nvPr/>
        </p:nvSpPr>
        <p:spPr>
          <a:xfrm>
            <a:off x="59817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27</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41" name="HA_日28">
            <a:extLst>
              <a:ext uri="{FF2B5EF4-FFF2-40B4-BE49-F238E27FC236}">
                <a16:creationId xmlns:a16="http://schemas.microsoft.com/office/drawing/2014/main" id="{10F801FA-F149-8A55-0CB4-8EF129EA31A0}"/>
              </a:ext>
            </a:extLst>
          </p:cNvPr>
          <p:cNvSpPr txBox="1"/>
          <p:nvPr/>
        </p:nvSpPr>
        <p:spPr>
          <a:xfrm>
            <a:off x="65151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28</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42" name="HA_日29">
            <a:extLst>
              <a:ext uri="{FF2B5EF4-FFF2-40B4-BE49-F238E27FC236}">
                <a16:creationId xmlns:a16="http://schemas.microsoft.com/office/drawing/2014/main" id="{B55D9237-E3DE-EBCB-E840-5DF5BB49F163}"/>
              </a:ext>
            </a:extLst>
          </p:cNvPr>
          <p:cNvSpPr txBox="1"/>
          <p:nvPr/>
        </p:nvSpPr>
        <p:spPr>
          <a:xfrm>
            <a:off x="70485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29</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43" name="HA_日30">
            <a:extLst>
              <a:ext uri="{FF2B5EF4-FFF2-40B4-BE49-F238E27FC236}">
                <a16:creationId xmlns:a16="http://schemas.microsoft.com/office/drawing/2014/main" id="{96275F79-3ECD-A925-BA97-80A141ABE0E1}"/>
              </a:ext>
            </a:extLst>
          </p:cNvPr>
          <p:cNvSpPr txBox="1"/>
          <p:nvPr/>
        </p:nvSpPr>
        <p:spPr>
          <a:xfrm>
            <a:off x="75819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30</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44" name="HA_日31">
            <a:extLst>
              <a:ext uri="{FF2B5EF4-FFF2-40B4-BE49-F238E27FC236}">
                <a16:creationId xmlns:a16="http://schemas.microsoft.com/office/drawing/2014/main" id="{229B60EE-58DD-D1A0-4AE8-ABA5304BD552}"/>
              </a:ext>
            </a:extLst>
          </p:cNvPr>
          <p:cNvSpPr txBox="1"/>
          <p:nvPr/>
        </p:nvSpPr>
        <p:spPr>
          <a:xfrm>
            <a:off x="8115300" y="5486400"/>
            <a:ext cx="533400" cy="369332"/>
          </a:xfrm>
          <a:prstGeom prst="rect">
            <a:avLst/>
          </a:prstGeom>
          <a:noFill/>
        </p:spPr>
        <p:txBody>
          <a:bodyPr vert="horz" wrap="square" lIns="0" tIns="0" rIns="0" bIns="0" rtlCol="0" anchor="ctr">
            <a:noAutofit/>
          </a:bodyPr>
          <a:lstStyle/>
          <a:p>
            <a:pPr algn="ctr"/>
            <a:r>
              <a:rPr lang="en-US" altLang="ja-JP" sz="900">
                <a:solidFill>
                  <a:srgbClr val="B8C3CB"/>
                </a:solidFill>
                <a:latin typeface="Noto Sans JP" panose="020B0200000000000000" pitchFamily="50" charset="-128"/>
                <a:ea typeface="Noto Sans JP" panose="020B0200000000000000" pitchFamily="50" charset="-128"/>
              </a:rPr>
              <a:t>31</a:t>
            </a:r>
            <a:endParaRPr lang="ja-JP" altLang="en-US" sz="900">
              <a:solidFill>
                <a:srgbClr val="B8C3CB"/>
              </a:solidFill>
              <a:latin typeface="Noto Sans JP" panose="020B0200000000000000" pitchFamily="50" charset="-128"/>
              <a:ea typeface="Noto Sans JP" panose="020B0200000000000000" pitchFamily="50" charset="-128"/>
            </a:endParaRPr>
          </a:p>
        </p:txBody>
      </p:sp>
      <p:sp>
        <p:nvSpPr>
          <p:cNvPr id="45" name="HA_吹き出し_1週間前">
            <a:extLst>
              <a:ext uri="{FF2B5EF4-FFF2-40B4-BE49-F238E27FC236}">
                <a16:creationId xmlns:a16="http://schemas.microsoft.com/office/drawing/2014/main" id="{BBAF46F9-4C9C-F16E-3BE7-099303B2CED5}"/>
              </a:ext>
            </a:extLst>
          </p:cNvPr>
          <p:cNvSpPr/>
          <p:nvPr/>
        </p:nvSpPr>
        <p:spPr>
          <a:xfrm>
            <a:off x="5253135" y="2102882"/>
            <a:ext cx="3319365" cy="640318"/>
          </a:xfrm>
          <a:prstGeom prst="wedgeRoundRectCallout">
            <a:avLst>
              <a:gd name="adj1" fmla="val 41333"/>
              <a:gd name="adj2" fmla="val 65789"/>
              <a:gd name="adj3" fmla="val 16667"/>
            </a:avLst>
          </a:prstGeom>
          <a:solidFill>
            <a:srgbClr val="E3EAF9"/>
          </a:solidFill>
          <a:ln w="190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wrap="none" lIns="38100" tIns="0" rIns="38100" bIns="0" rtlCol="0" anchor="ctr"/>
          <a:lstStyle/>
          <a:p>
            <a:pPr algn="ctr"/>
            <a:r>
              <a:rPr lang="ja-JP" altLang="en-US" sz="1600" b="1" dirty="0">
                <a:solidFill>
                  <a:srgbClr val="2350B5"/>
                </a:solidFill>
                <a:latin typeface="Noto Sans JP" panose="020B0200000000000000" pitchFamily="50" charset="-128"/>
                <a:ea typeface="Noto Sans JP" panose="020B0200000000000000" pitchFamily="50" charset="-128"/>
              </a:rPr>
              <a:t>テスト勉強やろっかな～ </a:t>
            </a:r>
            <a:r>
              <a:rPr lang="en-US" altLang="ja-JP" sz="1600" b="1" dirty="0">
                <a:solidFill>
                  <a:srgbClr val="2350B5"/>
                </a:solidFill>
                <a:latin typeface="Noto Sans JP" panose="020B0200000000000000" pitchFamily="50" charset="-128"/>
                <a:ea typeface="Noto Sans JP" panose="020B0200000000000000" pitchFamily="50" charset="-128"/>
              </a:rPr>
              <a:t>( </a:t>
            </a:r>
            <a:r>
              <a:rPr lang="ja-JP" altLang="en-US" sz="1600" b="1" dirty="0">
                <a:solidFill>
                  <a:srgbClr val="2350B5"/>
                </a:solidFill>
                <a:latin typeface="Noto Sans JP" panose="020B0200000000000000" pitchFamily="50" charset="-128"/>
                <a:ea typeface="Noto Sans JP" panose="020B0200000000000000" pitchFamily="50" charset="-128"/>
              </a:rPr>
              <a:t>･</a:t>
            </a:r>
            <a:r>
              <a:rPr lang="en-US" altLang="ja-JP" sz="1600" b="1" dirty="0">
                <a:solidFill>
                  <a:srgbClr val="2350B5"/>
                </a:solidFill>
                <a:latin typeface="Noto Sans JP" panose="020B0200000000000000" pitchFamily="50" charset="-128"/>
                <a:ea typeface="Noto Sans JP" panose="020B0200000000000000" pitchFamily="50" charset="-128"/>
              </a:rPr>
              <a:t>´</a:t>
            </a:r>
            <a:r>
              <a:rPr lang="ja-JP" altLang="en-US" sz="1600" b="1" dirty="0">
                <a:solidFill>
                  <a:srgbClr val="2350B5"/>
                </a:solidFill>
                <a:latin typeface="Noto Sans JP" panose="020B0200000000000000" pitchFamily="50" charset="-128"/>
                <a:ea typeface="Noto Sans JP" panose="020B0200000000000000" pitchFamily="50" charset="-128"/>
              </a:rPr>
              <a:t>ｰ･｀</a:t>
            </a:r>
            <a:r>
              <a:rPr lang="en-US" altLang="ja-JP" sz="1600" b="1" dirty="0">
                <a:solidFill>
                  <a:srgbClr val="2350B5"/>
                </a:solidFill>
                <a:latin typeface="Noto Sans JP" panose="020B0200000000000000" pitchFamily="50" charset="-128"/>
                <a:ea typeface="Noto Sans JP" panose="020B0200000000000000" pitchFamily="50" charset="-128"/>
              </a:rPr>
              <a:t>)</a:t>
            </a:r>
            <a:endParaRPr lang="ja-JP" altLang="en-US" sz="1600" b="1" dirty="0">
              <a:solidFill>
                <a:srgbClr val="2350B5"/>
              </a:solidFill>
              <a:latin typeface="Noto Sans JP" panose="020B0200000000000000" pitchFamily="50" charset="-128"/>
              <a:ea typeface="Noto Sans JP" panose="020B0200000000000000" pitchFamily="50" charset="-128"/>
            </a:endParaRPr>
          </a:p>
        </p:txBody>
      </p:sp>
      <p:sp>
        <p:nvSpPr>
          <p:cNvPr id="46" name="HA_吹き出し_今日">
            <a:extLst>
              <a:ext uri="{FF2B5EF4-FFF2-40B4-BE49-F238E27FC236}">
                <a16:creationId xmlns:a16="http://schemas.microsoft.com/office/drawing/2014/main" id="{3502567A-ACBE-4571-DAEA-56042E8705BA}"/>
              </a:ext>
            </a:extLst>
          </p:cNvPr>
          <p:cNvSpPr/>
          <p:nvPr/>
        </p:nvSpPr>
        <p:spPr>
          <a:xfrm>
            <a:off x="5324475" y="5232400"/>
            <a:ext cx="2200275" cy="570468"/>
          </a:xfrm>
          <a:prstGeom prst="wedgeRoundRectCallout">
            <a:avLst>
              <a:gd name="adj1" fmla="val 57368"/>
              <a:gd name="adj2" fmla="val -138889"/>
              <a:gd name="adj3" fmla="val 16667"/>
            </a:avLst>
          </a:prstGeom>
          <a:solidFill>
            <a:srgbClr val="FFF5C2"/>
          </a:solidFill>
          <a:ln w="19050">
            <a:solidFill>
              <a:srgbClr val="E2CF7A"/>
            </a:solidFill>
          </a:ln>
        </p:spPr>
        <p:style>
          <a:lnRef idx="2">
            <a:schemeClr val="accent1">
              <a:shade val="15000"/>
            </a:schemeClr>
          </a:lnRef>
          <a:fillRef idx="1">
            <a:schemeClr val="accent1"/>
          </a:fillRef>
          <a:effectRef idx="0">
            <a:schemeClr val="accent1"/>
          </a:effectRef>
          <a:fontRef idx="minor">
            <a:schemeClr val="lt1"/>
          </a:fontRef>
        </p:style>
        <p:txBody>
          <a:bodyPr wrap="none" lIns="38100" tIns="0" rIns="38100" bIns="0" rtlCol="0" anchor="ctr"/>
          <a:lstStyle/>
          <a:p>
            <a:pPr algn="ctr"/>
            <a:r>
              <a:rPr lang="ja-JP" altLang="en-US" sz="1600" b="1" dirty="0">
                <a:solidFill>
                  <a:srgbClr val="463E1C"/>
                </a:solidFill>
                <a:latin typeface="Noto Sans JP" panose="020B0200000000000000" pitchFamily="50" charset="-128"/>
                <a:ea typeface="Noto Sans JP" panose="020B0200000000000000" pitchFamily="50" charset="-128"/>
              </a:rPr>
              <a:t>あれ</a:t>
            </a:r>
            <a:r>
              <a:rPr lang="en-US" altLang="ja-JP" sz="1600" b="1" dirty="0">
                <a:solidFill>
                  <a:srgbClr val="463E1C"/>
                </a:solidFill>
                <a:latin typeface="Noto Sans JP" panose="020B0200000000000000" pitchFamily="50" charset="-128"/>
                <a:ea typeface="Noto Sans JP" panose="020B0200000000000000" pitchFamily="50" charset="-128"/>
              </a:rPr>
              <a:t>…</a:t>
            </a:r>
            <a:r>
              <a:rPr lang="ja-JP" altLang="en-US" sz="1600" b="1" dirty="0">
                <a:solidFill>
                  <a:srgbClr val="463E1C"/>
                </a:solidFill>
                <a:latin typeface="Noto Sans JP" panose="020B0200000000000000" pitchFamily="50" charset="-128"/>
                <a:ea typeface="Noto Sans JP" panose="020B0200000000000000" pitchFamily="50" charset="-128"/>
              </a:rPr>
              <a:t>？ </a:t>
            </a:r>
            <a:r>
              <a:rPr lang="en-US" altLang="ja-JP" sz="1600" b="1" dirty="0">
                <a:solidFill>
                  <a:srgbClr val="463E1C"/>
                </a:solidFill>
                <a:latin typeface="Noto Sans JP" panose="020B0200000000000000" pitchFamily="50" charset="-128"/>
                <a:ea typeface="Noto Sans JP" panose="020B0200000000000000" pitchFamily="50" charset="-128"/>
              </a:rPr>
              <a:t>(</a:t>
            </a:r>
            <a:r>
              <a:rPr lang="ja-JP" altLang="en-US" sz="1600" b="1" dirty="0">
                <a:solidFill>
                  <a:srgbClr val="463E1C"/>
                </a:solidFill>
                <a:latin typeface="Noto Sans JP" panose="020B0200000000000000" pitchFamily="50" charset="-128"/>
                <a:ea typeface="Noto Sans JP" panose="020B0200000000000000" pitchFamily="50" charset="-128"/>
              </a:rPr>
              <a:t>・</a:t>
            </a:r>
            <a:r>
              <a:rPr lang="en-US" altLang="ja-JP" sz="1600" b="1" dirty="0">
                <a:solidFill>
                  <a:srgbClr val="463E1C"/>
                </a:solidFill>
                <a:latin typeface="Noto Sans JP" panose="020B0200000000000000" pitchFamily="50" charset="-128"/>
                <a:ea typeface="Noto Sans JP" panose="020B0200000000000000" pitchFamily="50" charset="-128"/>
              </a:rPr>
              <a:t>_</a:t>
            </a:r>
            <a:r>
              <a:rPr lang="ja-JP" altLang="en-US" sz="1600" b="1" dirty="0">
                <a:solidFill>
                  <a:srgbClr val="463E1C"/>
                </a:solidFill>
                <a:latin typeface="Noto Sans JP" panose="020B0200000000000000" pitchFamily="50" charset="-128"/>
                <a:ea typeface="Noto Sans JP" panose="020B0200000000000000" pitchFamily="50" charset="-128"/>
              </a:rPr>
              <a:t>・</a:t>
            </a:r>
            <a:r>
              <a:rPr lang="en-US" altLang="ja-JP" sz="1600" b="1" dirty="0">
                <a:solidFill>
                  <a:srgbClr val="463E1C"/>
                </a:solidFill>
                <a:latin typeface="Noto Sans JP" panose="020B0200000000000000" pitchFamily="50" charset="-128"/>
                <a:ea typeface="Noto Sans JP" panose="020B0200000000000000" pitchFamily="50" charset="-128"/>
              </a:rPr>
              <a:t>;)</a:t>
            </a:r>
            <a:endParaRPr lang="ja-JP" altLang="en-US" sz="1600" b="1" dirty="0">
              <a:solidFill>
                <a:srgbClr val="463E1C"/>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3069810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33EAB35F-622A-E2E4-CEC1-648CB3530881}"/>
              </a:ext>
            </a:extLst>
          </p:cNvPr>
          <p:cNvSpPr/>
          <p:nvPr/>
        </p:nvSpPr>
        <p:spPr>
          <a:xfrm>
            <a:off x="0" y="0"/>
            <a:ext cx="9144000" cy="6858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3" name="表紙の模様">
            <a:extLst>
              <a:ext uri="{FF2B5EF4-FFF2-40B4-BE49-F238E27FC236}">
                <a16:creationId xmlns:a16="http://schemas.microsoft.com/office/drawing/2014/main" id="{D45B0DE9-5FA7-7D16-9835-8A4AF8485B89}"/>
              </a:ext>
            </a:extLst>
          </p:cNvPr>
          <p:cNvPicPr>
            <a:picLocks/>
          </p:cNvPicPr>
          <p:nvPr/>
        </p:nvPicPr>
        <p:blipFill>
          <a:blip r:embed="rId3">
            <a:extLst>
              <a:ext uri="{28A0092B-C50C-407E-A947-70E740481C1C}">
                <a14:useLocalDpi xmlns:a14="http://schemas.microsoft.com/office/drawing/2010/main" val="0"/>
              </a:ext>
            </a:extLst>
          </a:blip>
          <a:srcRect l="12500" r="12500"/>
          <a:stretch>
            <a:fillRect/>
          </a:stretch>
        </p:blipFill>
        <p:spPr>
          <a:xfrm>
            <a:off x="0" y="-139960"/>
            <a:ext cx="9144000" cy="6858000"/>
          </a:xfrm>
          <a:prstGeom prst="rect">
            <a:avLst/>
          </a:prstGeom>
        </p:spPr>
      </p:pic>
      <p:sp>
        <p:nvSpPr>
          <p:cNvPr id="5" name="HJ_1">
            <a:extLst>
              <a:ext uri="{FF2B5EF4-FFF2-40B4-BE49-F238E27FC236}">
                <a16:creationId xmlns:a16="http://schemas.microsoft.com/office/drawing/2014/main" id="{0B3C25F9-3AD9-F637-8AF3-CD474B312D20}"/>
              </a:ext>
            </a:extLst>
          </p:cNvPr>
          <p:cNvSpPr txBox="1"/>
          <p:nvPr/>
        </p:nvSpPr>
        <p:spPr>
          <a:xfrm>
            <a:off x="0" y="2184400"/>
            <a:ext cx="9144000" cy="369332"/>
          </a:xfrm>
          <a:prstGeom prst="rect">
            <a:avLst/>
          </a:prstGeom>
          <a:noFill/>
        </p:spPr>
        <p:txBody>
          <a:bodyPr vert="horz" wrap="square" lIns="0" tIns="0" rIns="0" bIns="0" rtlCol="0" anchor="ctr">
            <a:noAutofit/>
          </a:bodyPr>
          <a:lstStyle/>
          <a:p>
            <a:pPr algn="ctr"/>
            <a:r>
              <a:rPr lang="ja-JP" altLang="en-US" sz="4050" b="1" dirty="0">
                <a:solidFill>
                  <a:srgbClr val="FFFFFF"/>
                </a:solidFill>
                <a:latin typeface="Noto Sans JP" panose="020B0200000000000000" pitchFamily="50" charset="-128"/>
                <a:ea typeface="Noto Sans JP" panose="020B0200000000000000" pitchFamily="50" charset="-128"/>
              </a:rPr>
              <a:t>勉強の計画は</a:t>
            </a:r>
          </a:p>
        </p:txBody>
      </p:sp>
      <p:sp>
        <p:nvSpPr>
          <p:cNvPr id="6" name="HJ_2">
            <a:extLst>
              <a:ext uri="{FF2B5EF4-FFF2-40B4-BE49-F238E27FC236}">
                <a16:creationId xmlns:a16="http://schemas.microsoft.com/office/drawing/2014/main" id="{3DAB41D4-6736-5736-C05D-2AAC7CC873FE}"/>
              </a:ext>
            </a:extLst>
          </p:cNvPr>
          <p:cNvSpPr txBox="1"/>
          <p:nvPr/>
        </p:nvSpPr>
        <p:spPr>
          <a:xfrm>
            <a:off x="0" y="3530600"/>
            <a:ext cx="9144000" cy="369332"/>
          </a:xfrm>
          <a:prstGeom prst="rect">
            <a:avLst/>
          </a:prstGeom>
          <a:noFill/>
        </p:spPr>
        <p:txBody>
          <a:bodyPr vert="horz" wrap="square" lIns="0" tIns="0" rIns="0" bIns="0" rtlCol="0" anchor="ctr">
            <a:noAutofit/>
          </a:bodyPr>
          <a:lstStyle/>
          <a:p>
            <a:pPr algn="ctr"/>
            <a:r>
              <a:rPr lang="en-US" altLang="ja-JP" sz="4500" b="1" dirty="0">
                <a:solidFill>
                  <a:srgbClr val="F1E46A"/>
                </a:solidFill>
                <a:latin typeface="Noto Sans JP" panose="020B0200000000000000" pitchFamily="50" charset="-128"/>
                <a:ea typeface="Noto Sans JP" panose="020B0200000000000000" pitchFamily="50" charset="-128"/>
              </a:rPr>
              <a:t>“</a:t>
            </a:r>
            <a:r>
              <a:rPr lang="ja-JP" altLang="en-US" sz="4500" b="1" dirty="0">
                <a:solidFill>
                  <a:srgbClr val="F1E46A"/>
                </a:solidFill>
                <a:latin typeface="Noto Sans JP" panose="020B0200000000000000" pitchFamily="50" charset="-128"/>
                <a:ea typeface="Noto Sans JP" panose="020B0200000000000000" pitchFamily="50" charset="-128"/>
              </a:rPr>
              <a:t>考えてた</a:t>
            </a:r>
            <a:r>
              <a:rPr lang="en-US" altLang="ja-JP" sz="4500" b="1" dirty="0">
                <a:solidFill>
                  <a:srgbClr val="F1E46A"/>
                </a:solidFill>
                <a:latin typeface="Noto Sans JP" panose="020B0200000000000000" pitchFamily="50" charset="-128"/>
                <a:ea typeface="Noto Sans JP" panose="020B0200000000000000" pitchFamily="50" charset="-128"/>
              </a:rPr>
              <a:t>”</a:t>
            </a:r>
            <a:r>
              <a:rPr lang="ja-JP" altLang="en-US" sz="4500" b="1" dirty="0">
                <a:solidFill>
                  <a:srgbClr val="F1E46A"/>
                </a:solidFill>
                <a:latin typeface="Noto Sans JP" panose="020B0200000000000000" pitchFamily="50" charset="-128"/>
                <a:ea typeface="Noto Sans JP" panose="020B0200000000000000" pitchFamily="50" charset="-128"/>
              </a:rPr>
              <a:t>んだけどな～～</a:t>
            </a:r>
          </a:p>
        </p:txBody>
      </p:sp>
    </p:spTree>
    <p:extLst>
      <p:ext uri="{BB962C8B-B14F-4D97-AF65-F5344CB8AC3E}">
        <p14:creationId xmlns:p14="http://schemas.microsoft.com/office/powerpoint/2010/main" val="305890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C27B4E80-B909-CBD4-0417-030EF5107FD4}"/>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a:solidFill>
                  <a:schemeClr val="bg1"/>
                </a:solidFill>
                <a:latin typeface="Noto Sans JP" panose="020B0200000000000000" pitchFamily="50" charset="-128"/>
                <a:ea typeface="Noto Sans JP" panose="020B0200000000000000" pitchFamily="50" charset="-128"/>
              </a:rPr>
              <a:t>P01</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16079"/>
            <a:ext cx="2031325" cy="646331"/>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zh-TW" altLang="en-US" sz="3600" b="1" dirty="0">
                <a:solidFill>
                  <a:schemeClr val="bg1"/>
                </a:solidFill>
                <a:latin typeface="Noto Sans JP" panose="020B0200000000000000" pitchFamily="50" charset="-128"/>
                <a:ea typeface="Noto Sans JP" panose="020B0200000000000000" pitchFamily="50" charset="-128"/>
              </a:rPr>
              <a:t>開発</a:t>
            </a:r>
            <a:r>
              <a:rPr lang="ja-JP" altLang="en-US" sz="3600" b="1" dirty="0">
                <a:solidFill>
                  <a:schemeClr val="bg1"/>
                </a:solidFill>
                <a:latin typeface="Noto Sans JP" panose="020B0200000000000000" pitchFamily="50" charset="-128"/>
                <a:ea typeface="Noto Sans JP" panose="020B0200000000000000" pitchFamily="50" charset="-128"/>
              </a:rPr>
              <a:t>背景</a:t>
            </a:r>
          </a:p>
        </p:txBody>
      </p:sp>
      <p:sp>
        <p:nvSpPr>
          <p:cNvPr id="2" name="B_見出し">
            <a:extLst>
              <a:ext uri="{FF2B5EF4-FFF2-40B4-BE49-F238E27FC236}">
                <a16:creationId xmlns:a16="http://schemas.microsoft.com/office/drawing/2014/main" id="{7258BC71-6DFA-B7FF-E5AA-4B9B07B28694}"/>
              </a:ext>
            </a:extLst>
          </p:cNvPr>
          <p:cNvSpPr txBox="1"/>
          <p:nvPr/>
        </p:nvSpPr>
        <p:spPr>
          <a:xfrm>
            <a:off x="285750" y="1168400"/>
            <a:ext cx="8572500" cy="457200"/>
          </a:xfrm>
          <a:prstGeom prst="rect">
            <a:avLst/>
          </a:prstGeom>
          <a:noFill/>
        </p:spPr>
        <p:txBody>
          <a:bodyPr vert="horz" wrap="square" lIns="0" tIns="0" rIns="0" bIns="0" rtlCol="0" anchor="t">
            <a:noAutofit/>
          </a:bodyPr>
          <a:lstStyle/>
          <a:p>
            <a:pPr algn="ctr"/>
            <a:r>
              <a:rPr lang="ja-JP" altLang="en-US" sz="2800" b="1" dirty="0">
                <a:solidFill>
                  <a:srgbClr val="1B2731"/>
                </a:solidFill>
                <a:latin typeface="Noto Sans JP" panose="020B0200000000000000" pitchFamily="50" charset="-128"/>
                <a:ea typeface="Noto Sans JP" panose="020B0200000000000000" pitchFamily="50" charset="-128"/>
              </a:rPr>
              <a:t>テスト勉強がうまくいかない「</a:t>
            </a:r>
            <a:r>
              <a:rPr lang="ja-JP" altLang="en-US" sz="2800" b="1" dirty="0">
                <a:solidFill>
                  <a:srgbClr val="D02F2B"/>
                </a:solidFill>
                <a:latin typeface="Noto Sans JP" panose="020B0200000000000000" pitchFamily="50" charset="-128"/>
                <a:ea typeface="Noto Sans JP" panose="020B0200000000000000" pitchFamily="50" charset="-128"/>
              </a:rPr>
              <a:t>悪循環</a:t>
            </a:r>
            <a:r>
              <a:rPr lang="ja-JP" altLang="en-US" sz="2800" b="1" dirty="0">
                <a:solidFill>
                  <a:srgbClr val="1B2731"/>
                </a:solidFill>
                <a:latin typeface="Noto Sans JP" panose="020B0200000000000000" pitchFamily="50" charset="-128"/>
                <a:ea typeface="Noto Sans JP" panose="020B0200000000000000" pitchFamily="50" charset="-128"/>
              </a:rPr>
              <a:t>」</a:t>
            </a:r>
          </a:p>
        </p:txBody>
      </p:sp>
      <p:sp>
        <p:nvSpPr>
          <p:cNvPr id="5" name="B_段階1">
            <a:extLst>
              <a:ext uri="{FF2B5EF4-FFF2-40B4-BE49-F238E27FC236}">
                <a16:creationId xmlns:a16="http://schemas.microsoft.com/office/drawing/2014/main" id="{12B5511F-1421-0075-D89F-2D34034FBC64}"/>
              </a:ext>
            </a:extLst>
          </p:cNvPr>
          <p:cNvSpPr/>
          <p:nvPr/>
        </p:nvSpPr>
        <p:spPr>
          <a:xfrm>
            <a:off x="342900" y="1752600"/>
            <a:ext cx="1733550" cy="14732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7" name="B_番号1">
            <a:extLst>
              <a:ext uri="{FF2B5EF4-FFF2-40B4-BE49-F238E27FC236}">
                <a16:creationId xmlns:a16="http://schemas.microsoft.com/office/drawing/2014/main" id="{C7CBC24D-97D9-A69C-20D7-2432014E9EDF}"/>
              </a:ext>
            </a:extLst>
          </p:cNvPr>
          <p:cNvSpPr/>
          <p:nvPr/>
        </p:nvSpPr>
        <p:spPr>
          <a:xfrm>
            <a:off x="1019175" y="1943100"/>
            <a:ext cx="381000" cy="381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500" b="1">
                <a:solidFill>
                  <a:srgbClr val="FFFFFF"/>
                </a:solidFill>
                <a:latin typeface="Noto Sans JP" panose="020B0200000000000000" pitchFamily="50" charset="-128"/>
              </a:rPr>
              <a:t>1</a:t>
            </a:r>
            <a:endParaRPr lang="ja-JP" altLang="en-US" sz="1500" b="1">
              <a:solidFill>
                <a:srgbClr val="FFFFFF"/>
              </a:solidFill>
              <a:latin typeface="Noto Sans JP" panose="020B0200000000000000" pitchFamily="50" charset="-128"/>
            </a:endParaRPr>
          </a:p>
        </p:txBody>
      </p:sp>
      <p:sp>
        <p:nvSpPr>
          <p:cNvPr id="10" name="B_文1">
            <a:extLst>
              <a:ext uri="{FF2B5EF4-FFF2-40B4-BE49-F238E27FC236}">
                <a16:creationId xmlns:a16="http://schemas.microsoft.com/office/drawing/2014/main" id="{C25EFE4B-AB0F-B997-4364-4C26C6DC61C3}"/>
              </a:ext>
            </a:extLst>
          </p:cNvPr>
          <p:cNvSpPr txBox="1"/>
          <p:nvPr/>
        </p:nvSpPr>
        <p:spPr>
          <a:xfrm>
            <a:off x="419100" y="2463800"/>
            <a:ext cx="1581150" cy="660400"/>
          </a:xfrm>
          <a:prstGeom prst="rect">
            <a:avLst/>
          </a:prstGeom>
          <a:noFill/>
        </p:spPr>
        <p:txBody>
          <a:bodyPr vert="horz" wrap="square" lIns="0" tIns="0" rIns="0" bIns="0" rtlCol="0" anchor="ctr">
            <a:noAutofit/>
          </a:bodyPr>
          <a:lstStyle/>
          <a:p>
            <a:pPr algn="ctr"/>
            <a:r>
              <a:rPr lang="ja-JP" altLang="en-US" sz="1400" b="1" dirty="0">
                <a:solidFill>
                  <a:srgbClr val="1B2731"/>
                </a:solidFill>
                <a:latin typeface="Noto Sans JP" panose="020B0200000000000000" pitchFamily="50" charset="-128"/>
                <a:ea typeface="Noto Sans JP" panose="020B0200000000000000" pitchFamily="50" charset="-128"/>
              </a:rPr>
              <a:t>計画を立てても</a:t>
            </a:r>
            <a:br>
              <a:rPr lang="ja-JP" altLang="en-US" sz="1400" b="1" dirty="0">
                <a:solidFill>
                  <a:srgbClr val="1B2731"/>
                </a:solidFill>
                <a:latin typeface="Noto Sans JP" panose="020B0200000000000000" pitchFamily="50" charset="-128"/>
                <a:ea typeface="Noto Sans JP" panose="020B0200000000000000" pitchFamily="50" charset="-128"/>
              </a:rPr>
            </a:br>
            <a:r>
              <a:rPr lang="ja-JP" altLang="en-US" sz="1400" b="1" dirty="0">
                <a:solidFill>
                  <a:srgbClr val="1B2731"/>
                </a:solidFill>
                <a:latin typeface="Noto Sans JP" panose="020B0200000000000000" pitchFamily="50" charset="-128"/>
                <a:ea typeface="Noto Sans JP" panose="020B0200000000000000" pitchFamily="50" charset="-128"/>
              </a:rPr>
              <a:t>正しく進まない</a:t>
            </a:r>
          </a:p>
        </p:txBody>
      </p:sp>
      <p:sp>
        <p:nvSpPr>
          <p:cNvPr id="11" name="B_矢印1">
            <a:extLst>
              <a:ext uri="{FF2B5EF4-FFF2-40B4-BE49-F238E27FC236}">
                <a16:creationId xmlns:a16="http://schemas.microsoft.com/office/drawing/2014/main" id="{38BF6FD1-8955-8BFF-531A-F0B172696785}"/>
              </a:ext>
            </a:extLst>
          </p:cNvPr>
          <p:cNvSpPr/>
          <p:nvPr/>
        </p:nvSpPr>
        <p:spPr>
          <a:xfrm>
            <a:off x="2133600" y="2346325"/>
            <a:ext cx="323850" cy="285750"/>
          </a:xfrm>
          <a:prstGeom prst="rightArrow">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2" name="B_段階2">
            <a:extLst>
              <a:ext uri="{FF2B5EF4-FFF2-40B4-BE49-F238E27FC236}">
                <a16:creationId xmlns:a16="http://schemas.microsoft.com/office/drawing/2014/main" id="{E1CD9CF7-4335-C883-84BF-8819F1328C33}"/>
              </a:ext>
            </a:extLst>
          </p:cNvPr>
          <p:cNvSpPr/>
          <p:nvPr/>
        </p:nvSpPr>
        <p:spPr>
          <a:xfrm>
            <a:off x="2514600" y="1752600"/>
            <a:ext cx="1733550" cy="14732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3" name="B_番号2">
            <a:extLst>
              <a:ext uri="{FF2B5EF4-FFF2-40B4-BE49-F238E27FC236}">
                <a16:creationId xmlns:a16="http://schemas.microsoft.com/office/drawing/2014/main" id="{B7D3E6B1-4827-BF4D-FACE-98377A75DDBF}"/>
              </a:ext>
            </a:extLst>
          </p:cNvPr>
          <p:cNvSpPr/>
          <p:nvPr/>
        </p:nvSpPr>
        <p:spPr>
          <a:xfrm>
            <a:off x="3190875" y="1943100"/>
            <a:ext cx="381000" cy="381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500" b="1">
                <a:solidFill>
                  <a:srgbClr val="FFFFFF"/>
                </a:solidFill>
                <a:latin typeface="Noto Sans JP" panose="020B0200000000000000" pitchFamily="50" charset="-128"/>
              </a:rPr>
              <a:t>2</a:t>
            </a:r>
            <a:endParaRPr lang="ja-JP" altLang="en-US" sz="1500" b="1">
              <a:solidFill>
                <a:srgbClr val="FFFFFF"/>
              </a:solidFill>
              <a:latin typeface="Noto Sans JP" panose="020B0200000000000000" pitchFamily="50" charset="-128"/>
            </a:endParaRPr>
          </a:p>
        </p:txBody>
      </p:sp>
      <p:sp>
        <p:nvSpPr>
          <p:cNvPr id="14" name="B_文2">
            <a:extLst>
              <a:ext uri="{FF2B5EF4-FFF2-40B4-BE49-F238E27FC236}">
                <a16:creationId xmlns:a16="http://schemas.microsoft.com/office/drawing/2014/main" id="{F2D81B7A-78C8-06B3-BE29-45A7A876E8F5}"/>
              </a:ext>
            </a:extLst>
          </p:cNvPr>
          <p:cNvSpPr txBox="1"/>
          <p:nvPr/>
        </p:nvSpPr>
        <p:spPr>
          <a:xfrm>
            <a:off x="2590800" y="2463800"/>
            <a:ext cx="1581150" cy="660400"/>
          </a:xfrm>
          <a:prstGeom prst="rect">
            <a:avLst/>
          </a:prstGeom>
          <a:noFill/>
        </p:spPr>
        <p:txBody>
          <a:bodyPr vert="horz" wrap="square" lIns="0" tIns="0" rIns="0" bIns="0" rtlCol="0" anchor="ctr">
            <a:noAutofit/>
          </a:bodyPr>
          <a:lstStyle/>
          <a:p>
            <a:pPr algn="ctr"/>
            <a:r>
              <a:rPr lang="ja-JP" altLang="en-US" sz="1400" b="1" dirty="0">
                <a:solidFill>
                  <a:srgbClr val="1B2731"/>
                </a:solidFill>
                <a:latin typeface="Noto Sans JP" panose="020B0200000000000000" pitchFamily="50" charset="-128"/>
                <a:ea typeface="Noto Sans JP" panose="020B0200000000000000" pitchFamily="50" charset="-128"/>
              </a:rPr>
              <a:t>得意な科目から</a:t>
            </a:r>
            <a:br>
              <a:rPr lang="ja-JP" altLang="en-US" sz="1400" b="1" dirty="0">
                <a:solidFill>
                  <a:srgbClr val="1B2731"/>
                </a:solidFill>
                <a:latin typeface="Noto Sans JP" panose="020B0200000000000000" pitchFamily="50" charset="-128"/>
                <a:ea typeface="Noto Sans JP" panose="020B0200000000000000" pitchFamily="50" charset="-128"/>
              </a:rPr>
            </a:br>
            <a:r>
              <a:rPr lang="ja-JP" altLang="en-US" sz="1400" b="1" dirty="0">
                <a:solidFill>
                  <a:srgbClr val="1B2731"/>
                </a:solidFill>
                <a:latin typeface="Noto Sans JP" panose="020B0200000000000000" pitchFamily="50" charset="-128"/>
                <a:ea typeface="Noto Sans JP" panose="020B0200000000000000" pitchFamily="50" charset="-128"/>
              </a:rPr>
              <a:t>やってしまう</a:t>
            </a:r>
          </a:p>
        </p:txBody>
      </p:sp>
      <p:sp>
        <p:nvSpPr>
          <p:cNvPr id="15" name="B_矢印2">
            <a:extLst>
              <a:ext uri="{FF2B5EF4-FFF2-40B4-BE49-F238E27FC236}">
                <a16:creationId xmlns:a16="http://schemas.microsoft.com/office/drawing/2014/main" id="{5562F2FD-11AF-9961-092F-222AA5225A11}"/>
              </a:ext>
            </a:extLst>
          </p:cNvPr>
          <p:cNvSpPr/>
          <p:nvPr/>
        </p:nvSpPr>
        <p:spPr>
          <a:xfrm>
            <a:off x="4305300" y="2346325"/>
            <a:ext cx="323850" cy="285750"/>
          </a:xfrm>
          <a:prstGeom prst="rightArrow">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6" name="B_段階3">
            <a:extLst>
              <a:ext uri="{FF2B5EF4-FFF2-40B4-BE49-F238E27FC236}">
                <a16:creationId xmlns:a16="http://schemas.microsoft.com/office/drawing/2014/main" id="{B69FD21F-60FD-492D-BA34-8DF5163030A1}"/>
              </a:ext>
            </a:extLst>
          </p:cNvPr>
          <p:cNvSpPr/>
          <p:nvPr/>
        </p:nvSpPr>
        <p:spPr>
          <a:xfrm>
            <a:off x="4686300" y="1752600"/>
            <a:ext cx="1733550" cy="14732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7" name="B_番号3">
            <a:extLst>
              <a:ext uri="{FF2B5EF4-FFF2-40B4-BE49-F238E27FC236}">
                <a16:creationId xmlns:a16="http://schemas.microsoft.com/office/drawing/2014/main" id="{17C1090C-0048-2E6F-66B3-F58BA0CF08C8}"/>
              </a:ext>
            </a:extLst>
          </p:cNvPr>
          <p:cNvSpPr/>
          <p:nvPr/>
        </p:nvSpPr>
        <p:spPr>
          <a:xfrm>
            <a:off x="5362575" y="1943100"/>
            <a:ext cx="381000" cy="381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500" b="1">
                <a:solidFill>
                  <a:srgbClr val="FFFFFF"/>
                </a:solidFill>
                <a:latin typeface="Noto Sans JP" panose="020B0200000000000000" pitchFamily="50" charset="-128"/>
              </a:rPr>
              <a:t>3</a:t>
            </a:r>
            <a:endParaRPr lang="ja-JP" altLang="en-US" sz="1500" b="1">
              <a:solidFill>
                <a:srgbClr val="FFFFFF"/>
              </a:solidFill>
              <a:latin typeface="Noto Sans JP" panose="020B0200000000000000" pitchFamily="50" charset="-128"/>
            </a:endParaRPr>
          </a:p>
        </p:txBody>
      </p:sp>
      <p:sp>
        <p:nvSpPr>
          <p:cNvPr id="18" name="B_文3">
            <a:extLst>
              <a:ext uri="{FF2B5EF4-FFF2-40B4-BE49-F238E27FC236}">
                <a16:creationId xmlns:a16="http://schemas.microsoft.com/office/drawing/2014/main" id="{3858682F-23D8-E351-A593-B20215759D07}"/>
              </a:ext>
            </a:extLst>
          </p:cNvPr>
          <p:cNvSpPr txBox="1"/>
          <p:nvPr/>
        </p:nvSpPr>
        <p:spPr>
          <a:xfrm>
            <a:off x="4762500" y="2463800"/>
            <a:ext cx="1581150" cy="660400"/>
          </a:xfrm>
          <a:prstGeom prst="rect">
            <a:avLst/>
          </a:prstGeom>
          <a:noFill/>
        </p:spPr>
        <p:txBody>
          <a:bodyPr vert="horz" wrap="square" lIns="0" tIns="0" rIns="0" bIns="0" rtlCol="0" anchor="ctr">
            <a:noAutofit/>
          </a:bodyPr>
          <a:lstStyle/>
          <a:p>
            <a:pPr algn="ctr"/>
            <a:r>
              <a:rPr lang="ja-JP" altLang="en-US" sz="1400" b="1">
                <a:solidFill>
                  <a:srgbClr val="1B2731"/>
                </a:solidFill>
                <a:latin typeface="Noto Sans JP" panose="020B0200000000000000" pitchFamily="50" charset="-128"/>
                <a:ea typeface="Noto Sans JP" panose="020B0200000000000000" pitchFamily="50" charset="-128"/>
              </a:rPr>
              <a:t>苦手な科目が</a:t>
            </a:r>
            <a:br>
              <a:rPr lang="ja-JP" altLang="en-US" sz="1400" b="1">
                <a:solidFill>
                  <a:srgbClr val="1B2731"/>
                </a:solidFill>
                <a:latin typeface="Noto Sans JP" panose="020B0200000000000000" pitchFamily="50" charset="-128"/>
                <a:ea typeface="Noto Sans JP" panose="020B0200000000000000" pitchFamily="50" charset="-128"/>
              </a:rPr>
            </a:br>
            <a:r>
              <a:rPr lang="ja-JP" altLang="en-US" sz="1400" b="1">
                <a:solidFill>
                  <a:srgbClr val="1B2731"/>
                </a:solidFill>
                <a:latin typeface="Noto Sans JP" panose="020B0200000000000000" pitchFamily="50" charset="-128"/>
                <a:ea typeface="Noto Sans JP" panose="020B0200000000000000" pitchFamily="50" charset="-128"/>
              </a:rPr>
              <a:t>後回しになる</a:t>
            </a:r>
          </a:p>
        </p:txBody>
      </p:sp>
      <p:sp>
        <p:nvSpPr>
          <p:cNvPr id="19" name="B_矢印3">
            <a:extLst>
              <a:ext uri="{FF2B5EF4-FFF2-40B4-BE49-F238E27FC236}">
                <a16:creationId xmlns:a16="http://schemas.microsoft.com/office/drawing/2014/main" id="{C9079DC9-E51F-0EEE-555C-29DC5E341A85}"/>
              </a:ext>
            </a:extLst>
          </p:cNvPr>
          <p:cNvSpPr/>
          <p:nvPr/>
        </p:nvSpPr>
        <p:spPr>
          <a:xfrm>
            <a:off x="6477000" y="2346325"/>
            <a:ext cx="323850" cy="285750"/>
          </a:xfrm>
          <a:prstGeom prst="rightArrow">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0" name="B_段階4">
            <a:extLst>
              <a:ext uri="{FF2B5EF4-FFF2-40B4-BE49-F238E27FC236}">
                <a16:creationId xmlns:a16="http://schemas.microsoft.com/office/drawing/2014/main" id="{55521340-A25F-AB34-B302-D84C7EF23EB2}"/>
              </a:ext>
            </a:extLst>
          </p:cNvPr>
          <p:cNvSpPr/>
          <p:nvPr/>
        </p:nvSpPr>
        <p:spPr>
          <a:xfrm>
            <a:off x="6858000" y="1752600"/>
            <a:ext cx="1733550" cy="1473200"/>
          </a:xfrm>
          <a:prstGeom prst="roundRect">
            <a:avLst>
              <a:gd name="adj" fmla="val 8000"/>
            </a:avLst>
          </a:prstGeom>
          <a:solidFill>
            <a:srgbClr val="FFFFFF"/>
          </a:solidFill>
          <a:ln w="38100">
            <a:solidFill>
              <a:srgbClr val="D02F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1" name="B_番号4">
            <a:extLst>
              <a:ext uri="{FF2B5EF4-FFF2-40B4-BE49-F238E27FC236}">
                <a16:creationId xmlns:a16="http://schemas.microsoft.com/office/drawing/2014/main" id="{A5B39561-EADC-27F2-39A1-7F1C5C300296}"/>
              </a:ext>
            </a:extLst>
          </p:cNvPr>
          <p:cNvSpPr/>
          <p:nvPr/>
        </p:nvSpPr>
        <p:spPr>
          <a:xfrm>
            <a:off x="7534275" y="1943100"/>
            <a:ext cx="381000" cy="381000"/>
          </a:xfrm>
          <a:prstGeom prst="ellipse">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500" b="1">
                <a:solidFill>
                  <a:srgbClr val="FFFFFF"/>
                </a:solidFill>
                <a:latin typeface="Noto Sans JP" panose="020B0200000000000000" pitchFamily="50" charset="-128"/>
              </a:rPr>
              <a:t>4</a:t>
            </a:r>
            <a:endParaRPr lang="ja-JP" altLang="en-US" sz="1500" b="1">
              <a:solidFill>
                <a:srgbClr val="FFFFFF"/>
              </a:solidFill>
              <a:latin typeface="Noto Sans JP" panose="020B0200000000000000" pitchFamily="50" charset="-128"/>
            </a:endParaRPr>
          </a:p>
        </p:txBody>
      </p:sp>
      <p:sp>
        <p:nvSpPr>
          <p:cNvPr id="22" name="B_文4">
            <a:extLst>
              <a:ext uri="{FF2B5EF4-FFF2-40B4-BE49-F238E27FC236}">
                <a16:creationId xmlns:a16="http://schemas.microsoft.com/office/drawing/2014/main" id="{89837F3D-524F-7DB2-4C1E-B6C6620D08C9}"/>
              </a:ext>
            </a:extLst>
          </p:cNvPr>
          <p:cNvSpPr txBox="1"/>
          <p:nvPr/>
        </p:nvSpPr>
        <p:spPr>
          <a:xfrm>
            <a:off x="6934200" y="2463800"/>
            <a:ext cx="1581150" cy="660400"/>
          </a:xfrm>
          <a:prstGeom prst="rect">
            <a:avLst/>
          </a:prstGeom>
          <a:noFill/>
        </p:spPr>
        <p:txBody>
          <a:bodyPr vert="horz" wrap="square" lIns="0" tIns="0" rIns="0" bIns="0" rtlCol="0" anchor="ctr">
            <a:noAutofit/>
          </a:bodyPr>
          <a:lstStyle/>
          <a:p>
            <a:pPr algn="ctr"/>
            <a:r>
              <a:rPr lang="ja-JP" altLang="en-US" sz="1400" b="1" dirty="0">
                <a:solidFill>
                  <a:srgbClr val="D02F2B"/>
                </a:solidFill>
                <a:latin typeface="Noto Sans JP" panose="020B0200000000000000" pitchFamily="50" charset="-128"/>
                <a:ea typeface="Noto Sans JP" panose="020B0200000000000000" pitchFamily="50" charset="-128"/>
              </a:rPr>
              <a:t>試験の直前に</a:t>
            </a:r>
            <a:br>
              <a:rPr lang="ja-JP" altLang="en-US" sz="1400" b="1" dirty="0">
                <a:solidFill>
                  <a:srgbClr val="D02F2B"/>
                </a:solidFill>
                <a:latin typeface="Noto Sans JP" panose="020B0200000000000000" pitchFamily="50" charset="-128"/>
                <a:ea typeface="Noto Sans JP" panose="020B0200000000000000" pitchFamily="50" charset="-128"/>
              </a:rPr>
            </a:br>
            <a:r>
              <a:rPr lang="ja-JP" altLang="en-US" sz="1400" b="1" dirty="0">
                <a:solidFill>
                  <a:srgbClr val="D02F2B"/>
                </a:solidFill>
                <a:latin typeface="Noto Sans JP" panose="020B0200000000000000" pitchFamily="50" charset="-128"/>
                <a:ea typeface="Noto Sans JP" panose="020B0200000000000000" pitchFamily="50" charset="-128"/>
              </a:rPr>
              <a:t>詰め込む</a:t>
            </a:r>
          </a:p>
        </p:txBody>
      </p:sp>
      <p:sp>
        <p:nvSpPr>
          <p:cNvPr id="24" name="B_吹き出し">
            <a:extLst>
              <a:ext uri="{FF2B5EF4-FFF2-40B4-BE49-F238E27FC236}">
                <a16:creationId xmlns:a16="http://schemas.microsoft.com/office/drawing/2014/main" id="{EF902D8E-C258-CD7B-BCD1-B7ACAE4C698C}"/>
              </a:ext>
            </a:extLst>
          </p:cNvPr>
          <p:cNvSpPr/>
          <p:nvPr/>
        </p:nvSpPr>
        <p:spPr>
          <a:xfrm>
            <a:off x="6248400" y="3429000"/>
            <a:ext cx="2552700" cy="1219200"/>
          </a:xfrm>
          <a:prstGeom prst="wedgeRoundRectCallout">
            <a:avLst>
              <a:gd name="adj1" fmla="val -12000"/>
              <a:gd name="adj2" fmla="val 80000"/>
              <a:gd name="adj3" fmla="val 16667"/>
            </a:avLst>
          </a:prstGeom>
          <a:solidFill>
            <a:srgbClr val="FFF5C2"/>
          </a:solidFill>
          <a:ln w="19050">
            <a:solidFill>
              <a:srgbClr val="E2CF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463E1C"/>
                </a:solidFill>
                <a:latin typeface="Noto Sans JP" panose="020B0200000000000000" pitchFamily="50" charset="-128"/>
              </a:rPr>
              <a:t>1</a:t>
            </a:r>
            <a:r>
              <a:rPr lang="ja-JP" altLang="en-US" b="1" dirty="0">
                <a:solidFill>
                  <a:srgbClr val="463E1C"/>
                </a:solidFill>
                <a:latin typeface="Noto Sans JP" panose="020B0200000000000000" pitchFamily="50" charset="-128"/>
              </a:rPr>
              <a:t>日できなかったら、</a:t>
            </a:r>
            <a:br>
              <a:rPr lang="ja-JP" altLang="en-US" b="1" dirty="0">
                <a:solidFill>
                  <a:srgbClr val="463E1C"/>
                </a:solidFill>
                <a:latin typeface="Noto Sans JP" panose="020B0200000000000000" pitchFamily="50" charset="-128"/>
              </a:rPr>
            </a:br>
            <a:r>
              <a:rPr lang="ja-JP" altLang="en-US" b="1" dirty="0">
                <a:solidFill>
                  <a:srgbClr val="463E1C"/>
                </a:solidFill>
                <a:latin typeface="Noto Sans JP" panose="020B0200000000000000" pitchFamily="50" charset="-128"/>
              </a:rPr>
              <a:t>計画が全部</a:t>
            </a:r>
            <a:endParaRPr lang="en-US" altLang="ja-JP" b="1" dirty="0">
              <a:solidFill>
                <a:srgbClr val="463E1C"/>
              </a:solidFill>
              <a:latin typeface="Noto Sans JP" panose="020B0200000000000000" pitchFamily="50" charset="-128"/>
            </a:endParaRPr>
          </a:p>
          <a:p>
            <a:pPr algn="ctr"/>
            <a:r>
              <a:rPr lang="ja-JP" altLang="en-US" b="1" dirty="0">
                <a:solidFill>
                  <a:srgbClr val="463E1C"/>
                </a:solidFill>
                <a:latin typeface="Noto Sans JP" panose="020B0200000000000000" pitchFamily="50" charset="-128"/>
              </a:rPr>
              <a:t>ずれちゃった</a:t>
            </a:r>
            <a:r>
              <a:rPr lang="en-US" altLang="ja-JP" b="1" dirty="0">
                <a:solidFill>
                  <a:srgbClr val="463E1C"/>
                </a:solidFill>
                <a:latin typeface="Noto Sans JP" panose="020B0200000000000000" pitchFamily="50" charset="-128"/>
              </a:rPr>
              <a:t>…</a:t>
            </a:r>
            <a:endParaRPr lang="ja-JP" altLang="en-US" b="1" dirty="0">
              <a:solidFill>
                <a:srgbClr val="463E1C"/>
              </a:solidFill>
              <a:latin typeface="Noto Sans JP" panose="020B0200000000000000" pitchFamily="50" charset="-128"/>
            </a:endParaRPr>
          </a:p>
        </p:txBody>
      </p:sp>
      <p:sp>
        <p:nvSpPr>
          <p:cNvPr id="26" name="B_まとめ">
            <a:extLst>
              <a:ext uri="{FF2B5EF4-FFF2-40B4-BE49-F238E27FC236}">
                <a16:creationId xmlns:a16="http://schemas.microsoft.com/office/drawing/2014/main" id="{B58F35BB-4382-C3B4-339D-2C3F1587B7EF}"/>
              </a:ext>
            </a:extLst>
          </p:cNvPr>
          <p:cNvSpPr txBox="1"/>
          <p:nvPr/>
        </p:nvSpPr>
        <p:spPr>
          <a:xfrm>
            <a:off x="285750" y="6085117"/>
            <a:ext cx="8572500" cy="431800"/>
          </a:xfrm>
          <a:prstGeom prst="rect">
            <a:avLst/>
          </a:prstGeom>
          <a:noFill/>
        </p:spPr>
        <p:txBody>
          <a:bodyPr vert="horz" wrap="square" lIns="0" tIns="0" rIns="0" bIns="0" rtlCol="0" anchor="t">
            <a:noAutofit/>
          </a:bodyPr>
          <a:lstStyle/>
          <a:p>
            <a:pPr algn="ctr"/>
            <a:r>
              <a:rPr lang="ja-JP" altLang="en-US" b="1" dirty="0">
                <a:solidFill>
                  <a:srgbClr val="1B2731"/>
                </a:solidFill>
                <a:latin typeface="Noto Sans JP" panose="020B0200000000000000" pitchFamily="50" charset="-128"/>
                <a:ea typeface="Noto Sans JP" panose="020B0200000000000000" pitchFamily="50" charset="-128"/>
              </a:rPr>
              <a:t>計画が</a:t>
            </a:r>
            <a:r>
              <a:rPr lang="ja-JP" altLang="en-US" b="1" dirty="0">
                <a:solidFill>
                  <a:srgbClr val="D02F2B"/>
                </a:solidFill>
                <a:latin typeface="Noto Sans JP" panose="020B0200000000000000" pitchFamily="50" charset="-128"/>
                <a:ea typeface="Noto Sans JP" panose="020B0200000000000000" pitchFamily="50" charset="-128"/>
              </a:rPr>
              <a:t>「続かない」</a:t>
            </a:r>
            <a:r>
              <a:rPr lang="ja-JP" altLang="en-US" b="1" dirty="0">
                <a:solidFill>
                  <a:srgbClr val="1B2731"/>
                </a:solidFill>
                <a:latin typeface="Noto Sans JP" panose="020B0200000000000000" pitchFamily="50" charset="-128"/>
                <a:ea typeface="Noto Sans JP" panose="020B0200000000000000" pitchFamily="50" charset="-128"/>
              </a:rPr>
              <a:t>ことが、苦手の後回しと直前の詰め込みを生んでいる！</a:t>
            </a:r>
          </a:p>
        </p:txBody>
      </p:sp>
      <p:sp>
        <p:nvSpPr>
          <p:cNvPr id="23" name="B2_グラフ_カード">
            <a:extLst>
              <a:ext uri="{FF2B5EF4-FFF2-40B4-BE49-F238E27FC236}">
                <a16:creationId xmlns:a16="http://schemas.microsoft.com/office/drawing/2014/main" id="{A751BC9D-3676-95BB-A02B-946CD9F0252D}"/>
              </a:ext>
            </a:extLst>
          </p:cNvPr>
          <p:cNvSpPr/>
          <p:nvPr/>
        </p:nvSpPr>
        <p:spPr>
          <a:xfrm>
            <a:off x="342899" y="3403600"/>
            <a:ext cx="5796643" cy="2438400"/>
          </a:xfrm>
          <a:prstGeom prst="roundRect">
            <a:avLst>
              <a:gd name="adj" fmla="val 5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p>
        </p:txBody>
      </p:sp>
      <p:sp>
        <p:nvSpPr>
          <p:cNvPr id="25" name="B2_グラフ_題">
            <a:extLst>
              <a:ext uri="{FF2B5EF4-FFF2-40B4-BE49-F238E27FC236}">
                <a16:creationId xmlns:a16="http://schemas.microsoft.com/office/drawing/2014/main" id="{161BF08F-7AB9-D269-2D24-E28721142325}"/>
              </a:ext>
            </a:extLst>
          </p:cNvPr>
          <p:cNvSpPr txBox="1"/>
          <p:nvPr/>
        </p:nvSpPr>
        <p:spPr>
          <a:xfrm>
            <a:off x="514350" y="3530600"/>
            <a:ext cx="5429250" cy="369332"/>
          </a:xfrm>
          <a:prstGeom prst="rect">
            <a:avLst/>
          </a:prstGeom>
          <a:noFill/>
        </p:spPr>
        <p:txBody>
          <a:bodyPr vert="horz" wrap="square" lIns="0" tIns="0" rIns="0" bIns="0" rtlCol="0" anchor="ctr">
            <a:noAutofit/>
          </a:bodyPr>
          <a:lstStyle/>
          <a:p>
            <a:r>
              <a:rPr lang="ja-JP" altLang="en-US" sz="1500" b="1" dirty="0">
                <a:solidFill>
                  <a:srgbClr val="1B2731"/>
                </a:solidFill>
                <a:latin typeface="Noto Sans JP" panose="020B0200000000000000" pitchFamily="50" charset="-128"/>
                <a:ea typeface="Noto Sans JP" panose="020B0200000000000000" pitchFamily="50" charset="-128"/>
              </a:rPr>
              <a:t>中高生が「勉強の計画を立てられていない」理由（複数回答）</a:t>
            </a:r>
          </a:p>
        </p:txBody>
      </p:sp>
      <p:sp>
        <p:nvSpPr>
          <p:cNvPr id="27" name="B2_順位1">
            <a:extLst>
              <a:ext uri="{FF2B5EF4-FFF2-40B4-BE49-F238E27FC236}">
                <a16:creationId xmlns:a16="http://schemas.microsoft.com/office/drawing/2014/main" id="{CE968ABC-C1E0-2222-17B8-8B0B51B527F2}"/>
              </a:ext>
            </a:extLst>
          </p:cNvPr>
          <p:cNvSpPr txBox="1"/>
          <p:nvPr/>
        </p:nvSpPr>
        <p:spPr>
          <a:xfrm>
            <a:off x="514350" y="3911600"/>
            <a:ext cx="381000" cy="369332"/>
          </a:xfrm>
          <a:prstGeom prst="rect">
            <a:avLst/>
          </a:prstGeom>
          <a:noFill/>
        </p:spPr>
        <p:txBody>
          <a:bodyPr vert="horz" wrap="square" lIns="0" tIns="0" rIns="0" bIns="0" rtlCol="0" anchor="ctr">
            <a:noAutofit/>
          </a:bodyPr>
          <a:lstStyle/>
          <a:p>
            <a:r>
              <a:rPr lang="en-US" altLang="ja-JP" sz="1200" b="1" dirty="0">
                <a:solidFill>
                  <a:srgbClr val="D02F2B"/>
                </a:solidFill>
                <a:latin typeface="Noto Sans JP" panose="020B0200000000000000" pitchFamily="50" charset="-128"/>
                <a:ea typeface="Noto Sans JP" panose="020B0200000000000000" pitchFamily="50" charset="-128"/>
              </a:rPr>
              <a:t>1</a:t>
            </a:r>
            <a:r>
              <a:rPr lang="ja-JP" altLang="en-US" sz="1200" b="1" dirty="0">
                <a:solidFill>
                  <a:srgbClr val="D02F2B"/>
                </a:solidFill>
                <a:latin typeface="Noto Sans JP" panose="020B0200000000000000" pitchFamily="50" charset="-128"/>
                <a:ea typeface="Noto Sans JP" panose="020B0200000000000000" pitchFamily="50" charset="-128"/>
              </a:rPr>
              <a:t>位</a:t>
            </a:r>
          </a:p>
        </p:txBody>
      </p:sp>
      <p:sp>
        <p:nvSpPr>
          <p:cNvPr id="38" name="B2_理由1">
            <a:extLst>
              <a:ext uri="{FF2B5EF4-FFF2-40B4-BE49-F238E27FC236}">
                <a16:creationId xmlns:a16="http://schemas.microsoft.com/office/drawing/2014/main" id="{61FD77FC-A050-AEEA-A01F-479D585E91E7}"/>
              </a:ext>
            </a:extLst>
          </p:cNvPr>
          <p:cNvSpPr txBox="1"/>
          <p:nvPr/>
        </p:nvSpPr>
        <p:spPr>
          <a:xfrm>
            <a:off x="914399" y="3911600"/>
            <a:ext cx="2948667" cy="369332"/>
          </a:xfrm>
          <a:prstGeom prst="rect">
            <a:avLst/>
          </a:prstGeom>
          <a:noFill/>
        </p:spPr>
        <p:txBody>
          <a:bodyPr vert="horz" wrap="square" lIns="0" tIns="0" rIns="0" bIns="0" rtlCol="0" anchor="ctr">
            <a:noAutofit/>
          </a:bodyPr>
          <a:lstStyle/>
          <a:p>
            <a:r>
              <a:rPr lang="ja-JP" altLang="en-US" sz="1200" b="1" dirty="0">
                <a:solidFill>
                  <a:srgbClr val="D02F2B"/>
                </a:solidFill>
                <a:latin typeface="Noto Sans JP" panose="020B0200000000000000" pitchFamily="50" charset="-128"/>
                <a:ea typeface="Noto Sans JP" panose="020B0200000000000000" pitchFamily="50" charset="-128"/>
              </a:rPr>
              <a:t>計画を立てても、その通りに実行できない</a:t>
            </a:r>
          </a:p>
        </p:txBody>
      </p:sp>
      <p:sp>
        <p:nvSpPr>
          <p:cNvPr id="39" name="B2_棒1">
            <a:extLst>
              <a:ext uri="{FF2B5EF4-FFF2-40B4-BE49-F238E27FC236}">
                <a16:creationId xmlns:a16="http://schemas.microsoft.com/office/drawing/2014/main" id="{3CB1634A-8AB9-76D9-156F-3020B5B29AC4}"/>
              </a:ext>
            </a:extLst>
          </p:cNvPr>
          <p:cNvSpPr/>
          <p:nvPr/>
        </p:nvSpPr>
        <p:spPr>
          <a:xfrm>
            <a:off x="3971925" y="3976132"/>
            <a:ext cx="1428750" cy="203200"/>
          </a:xfrm>
          <a:prstGeom prst="roundRect">
            <a:avLst>
              <a:gd name="adj" fmla="val 50000"/>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p>
        </p:txBody>
      </p:sp>
      <p:sp>
        <p:nvSpPr>
          <p:cNvPr id="40" name="B2_人数1">
            <a:extLst>
              <a:ext uri="{FF2B5EF4-FFF2-40B4-BE49-F238E27FC236}">
                <a16:creationId xmlns:a16="http://schemas.microsoft.com/office/drawing/2014/main" id="{FDB81ECC-DCE9-E68A-283D-7D92388D4C38}"/>
              </a:ext>
            </a:extLst>
          </p:cNvPr>
          <p:cNvSpPr txBox="1"/>
          <p:nvPr/>
        </p:nvSpPr>
        <p:spPr>
          <a:xfrm>
            <a:off x="5457825" y="3912632"/>
            <a:ext cx="666750" cy="369332"/>
          </a:xfrm>
          <a:prstGeom prst="rect">
            <a:avLst/>
          </a:prstGeom>
          <a:noFill/>
        </p:spPr>
        <p:txBody>
          <a:bodyPr vert="horz" wrap="square" lIns="0" tIns="0" rIns="0" bIns="0" rtlCol="0" anchor="ctr">
            <a:noAutofit/>
          </a:bodyPr>
          <a:lstStyle/>
          <a:p>
            <a:r>
              <a:rPr lang="ja-JP" altLang="en-US" sz="1200" b="1" dirty="0">
                <a:solidFill>
                  <a:srgbClr val="D02F2B"/>
                </a:solidFill>
                <a:latin typeface="Noto Sans JP" panose="020B0200000000000000" pitchFamily="50" charset="-128"/>
                <a:ea typeface="Noto Sans JP" panose="020B0200000000000000" pitchFamily="50" charset="-128"/>
              </a:rPr>
              <a:t>約</a:t>
            </a:r>
            <a:r>
              <a:rPr lang="en-US" altLang="ja-JP" sz="1200" b="1" dirty="0">
                <a:solidFill>
                  <a:srgbClr val="D02F2B"/>
                </a:solidFill>
                <a:latin typeface="Noto Sans JP" panose="020B0200000000000000" pitchFamily="50" charset="-128"/>
                <a:ea typeface="Noto Sans JP" panose="020B0200000000000000" pitchFamily="50" charset="-128"/>
              </a:rPr>
              <a:t>330</a:t>
            </a:r>
            <a:r>
              <a:rPr lang="ja-JP" altLang="en-US" sz="1200" b="1" dirty="0">
                <a:solidFill>
                  <a:srgbClr val="D02F2B"/>
                </a:solidFill>
                <a:latin typeface="Noto Sans JP" panose="020B0200000000000000" pitchFamily="50" charset="-128"/>
                <a:ea typeface="Noto Sans JP" panose="020B0200000000000000" pitchFamily="50" charset="-128"/>
              </a:rPr>
              <a:t>人</a:t>
            </a:r>
          </a:p>
        </p:txBody>
      </p:sp>
      <p:sp>
        <p:nvSpPr>
          <p:cNvPr id="41" name="B2_順位2">
            <a:extLst>
              <a:ext uri="{FF2B5EF4-FFF2-40B4-BE49-F238E27FC236}">
                <a16:creationId xmlns:a16="http://schemas.microsoft.com/office/drawing/2014/main" id="{E2C1AFFE-CA65-F803-583B-C5C97F57AE16}"/>
              </a:ext>
            </a:extLst>
          </p:cNvPr>
          <p:cNvSpPr txBox="1"/>
          <p:nvPr/>
        </p:nvSpPr>
        <p:spPr>
          <a:xfrm>
            <a:off x="514350" y="4381500"/>
            <a:ext cx="381000" cy="369332"/>
          </a:xfrm>
          <a:prstGeom prst="rect">
            <a:avLst/>
          </a:prstGeom>
          <a:noFill/>
        </p:spPr>
        <p:txBody>
          <a:bodyPr vert="horz" wrap="square" lIns="0" tIns="0" rIns="0" bIns="0" rtlCol="0" anchor="ctr">
            <a:noAutofit/>
          </a:bodyPr>
          <a:lstStyle/>
          <a:p>
            <a:r>
              <a:rPr lang="en-US" altLang="ja-JP" sz="1100" b="1" dirty="0">
                <a:solidFill>
                  <a:srgbClr val="2350B5"/>
                </a:solidFill>
                <a:latin typeface="Noto Sans JP" panose="020B0200000000000000" pitchFamily="50" charset="-128"/>
                <a:ea typeface="Noto Sans JP" panose="020B0200000000000000" pitchFamily="50" charset="-128"/>
              </a:rPr>
              <a:t>2</a:t>
            </a:r>
            <a:r>
              <a:rPr lang="ja-JP" altLang="en-US" sz="1100" b="1" dirty="0">
                <a:solidFill>
                  <a:srgbClr val="2350B5"/>
                </a:solidFill>
                <a:latin typeface="Noto Sans JP" panose="020B0200000000000000" pitchFamily="50" charset="-128"/>
                <a:ea typeface="Noto Sans JP" panose="020B0200000000000000" pitchFamily="50" charset="-128"/>
              </a:rPr>
              <a:t>位</a:t>
            </a:r>
          </a:p>
        </p:txBody>
      </p:sp>
      <p:sp>
        <p:nvSpPr>
          <p:cNvPr id="42" name="B2_理由2">
            <a:extLst>
              <a:ext uri="{FF2B5EF4-FFF2-40B4-BE49-F238E27FC236}">
                <a16:creationId xmlns:a16="http://schemas.microsoft.com/office/drawing/2014/main" id="{639B77B5-05C7-0F8C-0BAD-BFE4516298A3}"/>
              </a:ext>
            </a:extLst>
          </p:cNvPr>
          <p:cNvSpPr txBox="1"/>
          <p:nvPr/>
        </p:nvSpPr>
        <p:spPr>
          <a:xfrm>
            <a:off x="914400" y="4381500"/>
            <a:ext cx="2857500" cy="369332"/>
          </a:xfrm>
          <a:prstGeom prst="rect">
            <a:avLst/>
          </a:prstGeom>
          <a:noFill/>
        </p:spPr>
        <p:txBody>
          <a:bodyPr vert="horz" wrap="square" lIns="0" tIns="0" rIns="0" bIns="0" rtlCol="0" anchor="ctr">
            <a:noAutofit/>
          </a:bodyPr>
          <a:lstStyle/>
          <a:p>
            <a:r>
              <a:rPr lang="ja-JP" altLang="en-US" sz="1100" b="1" dirty="0">
                <a:solidFill>
                  <a:srgbClr val="2350B5"/>
                </a:solidFill>
                <a:latin typeface="Noto Sans JP" panose="020B0200000000000000" pitchFamily="50" charset="-128"/>
                <a:ea typeface="Noto Sans JP" panose="020B0200000000000000" pitchFamily="50" charset="-128"/>
              </a:rPr>
              <a:t>計画を立てるのが面倒くさい</a:t>
            </a:r>
          </a:p>
        </p:txBody>
      </p:sp>
      <p:sp>
        <p:nvSpPr>
          <p:cNvPr id="43" name="B2_棒2">
            <a:extLst>
              <a:ext uri="{FF2B5EF4-FFF2-40B4-BE49-F238E27FC236}">
                <a16:creationId xmlns:a16="http://schemas.microsoft.com/office/drawing/2014/main" id="{7AC0552F-C885-1F79-7A4F-CD863AFE53B4}"/>
              </a:ext>
            </a:extLst>
          </p:cNvPr>
          <p:cNvSpPr/>
          <p:nvPr/>
        </p:nvSpPr>
        <p:spPr>
          <a:xfrm>
            <a:off x="3971925" y="4446032"/>
            <a:ext cx="839176" cy="203200"/>
          </a:xfrm>
          <a:prstGeom prst="roundRect">
            <a:avLst>
              <a:gd name="adj" fmla="val 50000"/>
            </a:avLst>
          </a:prstGeom>
          <a:solidFill>
            <a:srgbClr val="6F8F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p>
        </p:txBody>
      </p:sp>
      <p:sp>
        <p:nvSpPr>
          <p:cNvPr id="44" name="B2_人数2">
            <a:extLst>
              <a:ext uri="{FF2B5EF4-FFF2-40B4-BE49-F238E27FC236}">
                <a16:creationId xmlns:a16="http://schemas.microsoft.com/office/drawing/2014/main" id="{33A8FAF0-8058-3C16-2038-EFE7F5DC9B78}"/>
              </a:ext>
            </a:extLst>
          </p:cNvPr>
          <p:cNvSpPr txBox="1"/>
          <p:nvPr/>
        </p:nvSpPr>
        <p:spPr>
          <a:xfrm>
            <a:off x="4868251" y="4382532"/>
            <a:ext cx="666750" cy="369332"/>
          </a:xfrm>
          <a:prstGeom prst="rect">
            <a:avLst/>
          </a:prstGeom>
          <a:noFill/>
        </p:spPr>
        <p:txBody>
          <a:bodyPr vert="horz" wrap="square" lIns="0" tIns="0" rIns="0" bIns="0" rtlCol="0" anchor="ctr">
            <a:noAutofit/>
          </a:bodyPr>
          <a:lstStyle/>
          <a:p>
            <a:r>
              <a:rPr lang="ja-JP" altLang="en-US" sz="1100" b="1">
                <a:solidFill>
                  <a:srgbClr val="2350B5"/>
                </a:solidFill>
                <a:latin typeface="Noto Sans JP" panose="020B0200000000000000" pitchFamily="50" charset="-128"/>
                <a:ea typeface="Noto Sans JP" panose="020B0200000000000000" pitchFamily="50" charset="-128"/>
              </a:rPr>
              <a:t>約</a:t>
            </a:r>
            <a:r>
              <a:rPr lang="en-US" altLang="ja-JP" sz="1100" b="1">
                <a:solidFill>
                  <a:srgbClr val="2350B5"/>
                </a:solidFill>
                <a:latin typeface="Noto Sans JP" panose="020B0200000000000000" pitchFamily="50" charset="-128"/>
                <a:ea typeface="Noto Sans JP" panose="020B0200000000000000" pitchFamily="50" charset="-128"/>
              </a:rPr>
              <a:t>200</a:t>
            </a:r>
            <a:r>
              <a:rPr lang="ja-JP" altLang="en-US" sz="1100" b="1">
                <a:solidFill>
                  <a:srgbClr val="2350B5"/>
                </a:solidFill>
                <a:latin typeface="Noto Sans JP" panose="020B0200000000000000" pitchFamily="50" charset="-128"/>
                <a:ea typeface="Noto Sans JP" panose="020B0200000000000000" pitchFamily="50" charset="-128"/>
              </a:rPr>
              <a:t>人</a:t>
            </a:r>
          </a:p>
        </p:txBody>
      </p:sp>
      <p:sp>
        <p:nvSpPr>
          <p:cNvPr id="45" name="B2_順位3">
            <a:extLst>
              <a:ext uri="{FF2B5EF4-FFF2-40B4-BE49-F238E27FC236}">
                <a16:creationId xmlns:a16="http://schemas.microsoft.com/office/drawing/2014/main" id="{40502501-3573-897E-8AFA-CE8727BC1D82}"/>
              </a:ext>
            </a:extLst>
          </p:cNvPr>
          <p:cNvSpPr txBox="1"/>
          <p:nvPr/>
        </p:nvSpPr>
        <p:spPr>
          <a:xfrm>
            <a:off x="514350" y="4851400"/>
            <a:ext cx="381000" cy="369332"/>
          </a:xfrm>
          <a:prstGeom prst="rect">
            <a:avLst/>
          </a:prstGeom>
          <a:noFill/>
        </p:spPr>
        <p:txBody>
          <a:bodyPr vert="horz" wrap="square" lIns="0" tIns="0" rIns="0" bIns="0" rtlCol="0" anchor="ctr">
            <a:noAutofit/>
          </a:bodyPr>
          <a:lstStyle/>
          <a:p>
            <a:r>
              <a:rPr lang="en-US" altLang="ja-JP" sz="1100" b="1">
                <a:solidFill>
                  <a:srgbClr val="2350B5"/>
                </a:solidFill>
                <a:latin typeface="Noto Sans JP" panose="020B0200000000000000" pitchFamily="50" charset="-128"/>
                <a:ea typeface="Noto Sans JP" panose="020B0200000000000000" pitchFamily="50" charset="-128"/>
              </a:rPr>
              <a:t>3</a:t>
            </a:r>
            <a:r>
              <a:rPr lang="ja-JP" altLang="en-US" sz="1100" b="1">
                <a:solidFill>
                  <a:srgbClr val="2350B5"/>
                </a:solidFill>
                <a:latin typeface="Noto Sans JP" panose="020B0200000000000000" pitchFamily="50" charset="-128"/>
                <a:ea typeface="Noto Sans JP" panose="020B0200000000000000" pitchFamily="50" charset="-128"/>
              </a:rPr>
              <a:t>位</a:t>
            </a:r>
          </a:p>
        </p:txBody>
      </p:sp>
      <p:sp>
        <p:nvSpPr>
          <p:cNvPr id="46" name="B2_理由3">
            <a:extLst>
              <a:ext uri="{FF2B5EF4-FFF2-40B4-BE49-F238E27FC236}">
                <a16:creationId xmlns:a16="http://schemas.microsoft.com/office/drawing/2014/main" id="{DE7E9C40-7A56-0267-9A2C-8B1347DBF569}"/>
              </a:ext>
            </a:extLst>
          </p:cNvPr>
          <p:cNvSpPr txBox="1"/>
          <p:nvPr/>
        </p:nvSpPr>
        <p:spPr>
          <a:xfrm>
            <a:off x="914400" y="4851400"/>
            <a:ext cx="2857500" cy="369332"/>
          </a:xfrm>
          <a:prstGeom prst="rect">
            <a:avLst/>
          </a:prstGeom>
          <a:noFill/>
        </p:spPr>
        <p:txBody>
          <a:bodyPr vert="horz" wrap="square" lIns="0" tIns="0" rIns="0" bIns="0" rtlCol="0" anchor="ctr">
            <a:noAutofit/>
          </a:bodyPr>
          <a:lstStyle/>
          <a:p>
            <a:r>
              <a:rPr lang="ja-JP" altLang="en-US" sz="1100" b="1" dirty="0">
                <a:solidFill>
                  <a:srgbClr val="2350B5"/>
                </a:solidFill>
                <a:latin typeface="Noto Sans JP" panose="020B0200000000000000" pitchFamily="50" charset="-128"/>
                <a:ea typeface="Noto Sans JP" panose="020B0200000000000000" pitchFamily="50" charset="-128"/>
              </a:rPr>
              <a:t>計画の立て方が分からない</a:t>
            </a:r>
          </a:p>
        </p:txBody>
      </p:sp>
      <p:sp>
        <p:nvSpPr>
          <p:cNvPr id="47" name="B2_棒3">
            <a:extLst>
              <a:ext uri="{FF2B5EF4-FFF2-40B4-BE49-F238E27FC236}">
                <a16:creationId xmlns:a16="http://schemas.microsoft.com/office/drawing/2014/main" id="{450505EB-7566-2868-B705-8CB7AB91A945}"/>
              </a:ext>
            </a:extLst>
          </p:cNvPr>
          <p:cNvSpPr/>
          <p:nvPr/>
        </p:nvSpPr>
        <p:spPr>
          <a:xfrm>
            <a:off x="3971925" y="4915932"/>
            <a:ext cx="559451" cy="203200"/>
          </a:xfrm>
          <a:prstGeom prst="roundRect">
            <a:avLst>
              <a:gd name="adj" fmla="val 50000"/>
            </a:avLst>
          </a:prstGeom>
          <a:solidFill>
            <a:srgbClr val="6F8F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p>
        </p:txBody>
      </p:sp>
      <p:sp>
        <p:nvSpPr>
          <p:cNvPr id="48" name="B2_人数3">
            <a:extLst>
              <a:ext uri="{FF2B5EF4-FFF2-40B4-BE49-F238E27FC236}">
                <a16:creationId xmlns:a16="http://schemas.microsoft.com/office/drawing/2014/main" id="{3C69A7E7-8E98-CCA3-AAA3-8C4F90E16583}"/>
              </a:ext>
            </a:extLst>
          </p:cNvPr>
          <p:cNvSpPr txBox="1"/>
          <p:nvPr/>
        </p:nvSpPr>
        <p:spPr>
          <a:xfrm>
            <a:off x="4588525" y="4852432"/>
            <a:ext cx="666750" cy="369332"/>
          </a:xfrm>
          <a:prstGeom prst="rect">
            <a:avLst/>
          </a:prstGeom>
          <a:noFill/>
        </p:spPr>
        <p:txBody>
          <a:bodyPr vert="horz" wrap="square" lIns="0" tIns="0" rIns="0" bIns="0" rtlCol="0" anchor="ctr">
            <a:noAutofit/>
          </a:bodyPr>
          <a:lstStyle/>
          <a:p>
            <a:r>
              <a:rPr lang="ja-JP" altLang="en-US" sz="1100" b="1">
                <a:solidFill>
                  <a:srgbClr val="2350B5"/>
                </a:solidFill>
                <a:latin typeface="Noto Sans JP" panose="020B0200000000000000" pitchFamily="50" charset="-128"/>
                <a:ea typeface="Noto Sans JP" panose="020B0200000000000000" pitchFamily="50" charset="-128"/>
              </a:rPr>
              <a:t>約</a:t>
            </a:r>
            <a:r>
              <a:rPr lang="en-US" altLang="ja-JP" sz="1100" b="1">
                <a:solidFill>
                  <a:srgbClr val="2350B5"/>
                </a:solidFill>
                <a:latin typeface="Noto Sans JP" panose="020B0200000000000000" pitchFamily="50" charset="-128"/>
                <a:ea typeface="Noto Sans JP" panose="020B0200000000000000" pitchFamily="50" charset="-128"/>
              </a:rPr>
              <a:t>130</a:t>
            </a:r>
            <a:r>
              <a:rPr lang="ja-JP" altLang="en-US" sz="1100" b="1">
                <a:solidFill>
                  <a:srgbClr val="2350B5"/>
                </a:solidFill>
                <a:latin typeface="Noto Sans JP" panose="020B0200000000000000" pitchFamily="50" charset="-128"/>
                <a:ea typeface="Noto Sans JP" panose="020B0200000000000000" pitchFamily="50" charset="-128"/>
              </a:rPr>
              <a:t>人</a:t>
            </a:r>
          </a:p>
        </p:txBody>
      </p:sp>
      <p:sp>
        <p:nvSpPr>
          <p:cNvPr id="49" name="B2_順位4">
            <a:extLst>
              <a:ext uri="{FF2B5EF4-FFF2-40B4-BE49-F238E27FC236}">
                <a16:creationId xmlns:a16="http://schemas.microsoft.com/office/drawing/2014/main" id="{86FCDF0B-8229-ABC2-5897-B698A16DA14E}"/>
              </a:ext>
            </a:extLst>
          </p:cNvPr>
          <p:cNvSpPr txBox="1"/>
          <p:nvPr/>
        </p:nvSpPr>
        <p:spPr>
          <a:xfrm>
            <a:off x="514350" y="5321300"/>
            <a:ext cx="381000" cy="369332"/>
          </a:xfrm>
          <a:prstGeom prst="rect">
            <a:avLst/>
          </a:prstGeom>
          <a:noFill/>
        </p:spPr>
        <p:txBody>
          <a:bodyPr vert="horz" wrap="square" lIns="0" tIns="0" rIns="0" bIns="0" rtlCol="0" anchor="ctr">
            <a:noAutofit/>
          </a:bodyPr>
          <a:lstStyle/>
          <a:p>
            <a:r>
              <a:rPr lang="en-US" altLang="ja-JP" sz="1050" b="1">
                <a:solidFill>
                  <a:srgbClr val="7F8F99"/>
                </a:solidFill>
                <a:latin typeface="Noto Sans JP" panose="020B0200000000000000" pitchFamily="50" charset="-128"/>
                <a:ea typeface="Noto Sans JP" panose="020B0200000000000000" pitchFamily="50" charset="-128"/>
              </a:rPr>
              <a:t>4</a:t>
            </a:r>
            <a:r>
              <a:rPr lang="ja-JP" altLang="en-US" sz="1050" b="1">
                <a:solidFill>
                  <a:srgbClr val="7F8F99"/>
                </a:solidFill>
                <a:latin typeface="Noto Sans JP" panose="020B0200000000000000" pitchFamily="50" charset="-128"/>
                <a:ea typeface="Noto Sans JP" panose="020B0200000000000000" pitchFamily="50" charset="-128"/>
              </a:rPr>
              <a:t>位</a:t>
            </a:r>
          </a:p>
        </p:txBody>
      </p:sp>
      <p:sp>
        <p:nvSpPr>
          <p:cNvPr id="50" name="B2_理由4">
            <a:extLst>
              <a:ext uri="{FF2B5EF4-FFF2-40B4-BE49-F238E27FC236}">
                <a16:creationId xmlns:a16="http://schemas.microsoft.com/office/drawing/2014/main" id="{6A9013D6-FB04-DBDB-0841-012BB0590D24}"/>
              </a:ext>
            </a:extLst>
          </p:cNvPr>
          <p:cNvSpPr txBox="1"/>
          <p:nvPr/>
        </p:nvSpPr>
        <p:spPr>
          <a:xfrm>
            <a:off x="914400" y="5321300"/>
            <a:ext cx="2857500" cy="369332"/>
          </a:xfrm>
          <a:prstGeom prst="rect">
            <a:avLst/>
          </a:prstGeom>
          <a:noFill/>
        </p:spPr>
        <p:txBody>
          <a:bodyPr vert="horz" wrap="square" lIns="0" tIns="0" rIns="0" bIns="0" rtlCol="0" anchor="ctr">
            <a:noAutofit/>
          </a:bodyPr>
          <a:lstStyle/>
          <a:p>
            <a:r>
              <a:rPr lang="ja-JP" altLang="en-US" sz="1050" dirty="0">
                <a:solidFill>
                  <a:srgbClr val="7F8F99"/>
                </a:solidFill>
                <a:latin typeface="Noto Sans JP" panose="020B0200000000000000" pitchFamily="50" charset="-128"/>
                <a:ea typeface="Noto Sans JP" panose="020B0200000000000000" pitchFamily="50" charset="-128"/>
              </a:rPr>
              <a:t>計画を立てる時間がない</a:t>
            </a:r>
          </a:p>
        </p:txBody>
      </p:sp>
      <p:sp>
        <p:nvSpPr>
          <p:cNvPr id="67" name="B2_棒4">
            <a:extLst>
              <a:ext uri="{FF2B5EF4-FFF2-40B4-BE49-F238E27FC236}">
                <a16:creationId xmlns:a16="http://schemas.microsoft.com/office/drawing/2014/main" id="{66C16545-09DB-0725-55DE-8783BDE14B62}"/>
              </a:ext>
            </a:extLst>
          </p:cNvPr>
          <p:cNvSpPr/>
          <p:nvPr/>
        </p:nvSpPr>
        <p:spPr>
          <a:xfrm>
            <a:off x="3971925" y="5385832"/>
            <a:ext cx="202263" cy="203200"/>
          </a:xfrm>
          <a:prstGeom prst="roundRect">
            <a:avLst>
              <a:gd name="adj" fmla="val 50000"/>
            </a:avLst>
          </a:prstGeom>
          <a:solidFill>
            <a:srgbClr val="C9D2D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a:p>
        </p:txBody>
      </p:sp>
      <p:sp>
        <p:nvSpPr>
          <p:cNvPr id="68" name="B2_人数4">
            <a:extLst>
              <a:ext uri="{FF2B5EF4-FFF2-40B4-BE49-F238E27FC236}">
                <a16:creationId xmlns:a16="http://schemas.microsoft.com/office/drawing/2014/main" id="{A7FDAD5F-EB30-1675-0C72-B08FDA9A96D4}"/>
              </a:ext>
            </a:extLst>
          </p:cNvPr>
          <p:cNvSpPr txBox="1"/>
          <p:nvPr/>
        </p:nvSpPr>
        <p:spPr>
          <a:xfrm>
            <a:off x="4231338" y="5322332"/>
            <a:ext cx="666750" cy="369332"/>
          </a:xfrm>
          <a:prstGeom prst="rect">
            <a:avLst/>
          </a:prstGeom>
          <a:noFill/>
        </p:spPr>
        <p:txBody>
          <a:bodyPr vert="horz" wrap="square" lIns="0" tIns="0" rIns="0" bIns="0" rtlCol="0" anchor="ctr">
            <a:noAutofit/>
          </a:bodyPr>
          <a:lstStyle/>
          <a:p>
            <a:r>
              <a:rPr lang="ja-JP" altLang="en-US" sz="1050">
                <a:solidFill>
                  <a:srgbClr val="7F8F99"/>
                </a:solidFill>
                <a:latin typeface="Noto Sans JP" panose="020B0200000000000000" pitchFamily="50" charset="-128"/>
                <a:ea typeface="Noto Sans JP" panose="020B0200000000000000" pitchFamily="50" charset="-128"/>
              </a:rPr>
              <a:t>約</a:t>
            </a:r>
            <a:r>
              <a:rPr lang="en-US" altLang="ja-JP" sz="1050">
                <a:solidFill>
                  <a:srgbClr val="7F8F99"/>
                </a:solidFill>
                <a:latin typeface="Noto Sans JP" panose="020B0200000000000000" pitchFamily="50" charset="-128"/>
                <a:ea typeface="Noto Sans JP" panose="020B0200000000000000" pitchFamily="50" charset="-128"/>
              </a:rPr>
              <a:t>50</a:t>
            </a:r>
            <a:r>
              <a:rPr lang="ja-JP" altLang="en-US" sz="1050">
                <a:solidFill>
                  <a:srgbClr val="7F8F99"/>
                </a:solidFill>
                <a:latin typeface="Noto Sans JP" panose="020B0200000000000000" pitchFamily="50" charset="-128"/>
                <a:ea typeface="Noto Sans JP" panose="020B0200000000000000" pitchFamily="50" charset="-128"/>
              </a:rPr>
              <a:t>人</a:t>
            </a:r>
          </a:p>
        </p:txBody>
      </p:sp>
      <p:pic>
        <p:nvPicPr>
          <p:cNvPr id="29" name="LOGO_帯">
            <a:extLst>
              <a:ext uri="{FF2B5EF4-FFF2-40B4-BE49-F238E27FC236}">
                <a16:creationId xmlns:a16="http://schemas.microsoft.com/office/drawing/2014/main" id="{29D6AE88-262A-6592-B3AD-9FA78C0E9E8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pic>
        <p:nvPicPr>
          <p:cNvPr id="1028" name="Picture 4" descr="悩む男の子のイラスト">
            <a:extLst>
              <a:ext uri="{FF2B5EF4-FFF2-40B4-BE49-F238E27FC236}">
                <a16:creationId xmlns:a16="http://schemas.microsoft.com/office/drawing/2014/main" id="{0D68E803-D047-006B-DF51-EA6C74BCC2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7871" y="4462971"/>
            <a:ext cx="1447799" cy="137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69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53333A04-8831-C2CE-54B9-51D9B323214C}"/>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a:solidFill>
                  <a:schemeClr val="bg1"/>
                </a:solidFill>
                <a:latin typeface="Noto Sans JP" panose="020B0200000000000000" pitchFamily="50" charset="-128"/>
                <a:ea typeface="Noto Sans JP" panose="020B0200000000000000" pitchFamily="50" charset="-128"/>
              </a:rPr>
              <a:t>P02</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16079"/>
            <a:ext cx="3401893" cy="646331"/>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600" b="1" dirty="0">
                <a:solidFill>
                  <a:schemeClr val="bg1"/>
                </a:solidFill>
                <a:latin typeface="Noto Sans JP" panose="020B0200000000000000" pitchFamily="50" charset="-128"/>
                <a:ea typeface="Noto Sans JP" panose="020B0200000000000000" pitchFamily="50" charset="-128"/>
              </a:rPr>
              <a:t>システム提案①</a:t>
            </a:r>
          </a:p>
        </p:txBody>
      </p:sp>
      <p:sp>
        <p:nvSpPr>
          <p:cNvPr id="2" name="SC_前置き">
            <a:extLst>
              <a:ext uri="{FF2B5EF4-FFF2-40B4-BE49-F238E27FC236}">
                <a16:creationId xmlns:a16="http://schemas.microsoft.com/office/drawing/2014/main" id="{D67B10ED-148B-8208-FDF2-9BCC5A207924}"/>
              </a:ext>
            </a:extLst>
          </p:cNvPr>
          <p:cNvSpPr txBox="1"/>
          <p:nvPr/>
        </p:nvSpPr>
        <p:spPr>
          <a:xfrm>
            <a:off x="0" y="1168400"/>
            <a:ext cx="9144000" cy="369332"/>
          </a:xfrm>
          <a:prstGeom prst="rect">
            <a:avLst/>
          </a:prstGeom>
          <a:noFill/>
        </p:spPr>
        <p:txBody>
          <a:bodyPr vert="horz" wrap="square" lIns="0" tIns="0" rIns="0" bIns="0" rtlCol="0" anchor="ctr">
            <a:noAutofit/>
          </a:bodyPr>
          <a:lstStyle/>
          <a:p>
            <a:pPr algn="ctr"/>
            <a:r>
              <a:rPr kumimoji="1" lang="ja-JP" altLang="en-US" sz="1400" b="1">
                <a:solidFill>
                  <a:srgbClr val="4D5E6A"/>
                </a:solidFill>
                <a:latin typeface="Noto Sans JP" panose="020B0200000000000000" pitchFamily="50" charset="-128"/>
                <a:ea typeface="Noto Sans JP" panose="020B0200000000000000" pitchFamily="50" charset="-128"/>
              </a:rPr>
              <a:t>そこで私たちが提案するのが、</a:t>
            </a:r>
          </a:p>
        </p:txBody>
      </p:sp>
      <p:sp>
        <p:nvSpPr>
          <p:cNvPr id="7" name="SC_マーカー">
            <a:extLst>
              <a:ext uri="{FF2B5EF4-FFF2-40B4-BE49-F238E27FC236}">
                <a16:creationId xmlns:a16="http://schemas.microsoft.com/office/drawing/2014/main" id="{7655AB33-14D8-3575-3B00-4EBE662A09CB}"/>
              </a:ext>
            </a:extLst>
          </p:cNvPr>
          <p:cNvSpPr/>
          <p:nvPr/>
        </p:nvSpPr>
        <p:spPr>
          <a:xfrm>
            <a:off x="2540000" y="2603500"/>
            <a:ext cx="4064000" cy="203200"/>
          </a:xfrm>
          <a:prstGeom prst="rect">
            <a:avLst/>
          </a:prstGeom>
          <a:solidFill>
            <a:srgbClr val="F1E46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SC_名前">
            <a:extLst>
              <a:ext uri="{FF2B5EF4-FFF2-40B4-BE49-F238E27FC236}">
                <a16:creationId xmlns:a16="http://schemas.microsoft.com/office/drawing/2014/main" id="{6C7CFEDB-CFEB-B7CA-2EE1-A3D8B5BE9638}"/>
              </a:ext>
            </a:extLst>
          </p:cNvPr>
          <p:cNvSpPr txBox="1"/>
          <p:nvPr/>
        </p:nvSpPr>
        <p:spPr>
          <a:xfrm>
            <a:off x="0" y="2311400"/>
            <a:ext cx="9144000" cy="369332"/>
          </a:xfrm>
          <a:prstGeom prst="rect">
            <a:avLst/>
          </a:prstGeom>
          <a:noFill/>
        </p:spPr>
        <p:txBody>
          <a:bodyPr vert="horz" wrap="square" lIns="0" tIns="0" rIns="0" bIns="0" rtlCol="0" anchor="ctr">
            <a:noAutofit/>
          </a:bodyPr>
          <a:lstStyle/>
          <a:p>
            <a:pPr algn="ctr"/>
            <a:r>
              <a:rPr kumimoji="1" lang="ja-JP" altLang="en-US" sz="4200" b="1" dirty="0">
                <a:solidFill>
                  <a:srgbClr val="1B2731"/>
                </a:solidFill>
                <a:latin typeface="Noto Sans JP" panose="020B0200000000000000" pitchFamily="50" charset="-128"/>
                <a:ea typeface="Noto Sans JP" panose="020B0200000000000000" pitchFamily="50" charset="-128"/>
              </a:rPr>
              <a:t>マナビクス</a:t>
            </a:r>
          </a:p>
        </p:txBody>
      </p:sp>
      <p:sp>
        <p:nvSpPr>
          <p:cNvPr id="12" name="SC_説明">
            <a:extLst>
              <a:ext uri="{FF2B5EF4-FFF2-40B4-BE49-F238E27FC236}">
                <a16:creationId xmlns:a16="http://schemas.microsoft.com/office/drawing/2014/main" id="{216D5A0C-F3FF-5787-1C3C-4C089E961605}"/>
              </a:ext>
            </a:extLst>
          </p:cNvPr>
          <p:cNvSpPr txBox="1"/>
          <p:nvPr/>
        </p:nvSpPr>
        <p:spPr>
          <a:xfrm>
            <a:off x="558800" y="3098800"/>
            <a:ext cx="8026400" cy="1676400"/>
          </a:xfrm>
          <a:prstGeom prst="rect">
            <a:avLst/>
          </a:prstGeom>
          <a:noFill/>
        </p:spPr>
        <p:txBody>
          <a:bodyPr vert="horz" wrap="square" lIns="0" tIns="0" rIns="0" bIns="0" rtlCol="0" anchor="t">
            <a:noAutofit/>
          </a:bodyPr>
          <a:lstStyle/>
          <a:p>
            <a:pPr>
              <a:lnSpc>
                <a:spcPct val="125000"/>
              </a:lnSpc>
            </a:pPr>
            <a:r>
              <a:rPr kumimoji="1" lang="ja-JP" altLang="en-US" sz="1600" b="1" dirty="0">
                <a:solidFill>
                  <a:srgbClr val="1B2731"/>
                </a:solidFill>
                <a:latin typeface="Noto Sans JP" panose="020B0200000000000000" pitchFamily="50" charset="-128"/>
                <a:ea typeface="Noto Sans JP" panose="020B0200000000000000" pitchFamily="50" charset="-128"/>
              </a:rPr>
              <a:t>勉強したい科目・試験日・いまの理解度を登録するだけで、試験日から逆算した「</a:t>
            </a:r>
            <a:r>
              <a:rPr kumimoji="1" lang="ja-JP" altLang="en-US" sz="1600" b="1" dirty="0">
                <a:solidFill>
                  <a:srgbClr val="D02F2B"/>
                </a:solidFill>
                <a:latin typeface="Noto Sans JP" panose="020B0200000000000000" pitchFamily="50" charset="-128"/>
                <a:ea typeface="Noto Sans JP" panose="020B0200000000000000" pitchFamily="50" charset="-128"/>
              </a:rPr>
              <a:t>毎日の学習メニュー</a:t>
            </a:r>
            <a:r>
              <a:rPr kumimoji="1" lang="ja-JP" altLang="en-US" sz="1600" b="1" dirty="0">
                <a:solidFill>
                  <a:srgbClr val="1B2731"/>
                </a:solidFill>
                <a:latin typeface="Noto Sans JP" panose="020B0200000000000000" pitchFamily="50" charset="-128"/>
                <a:ea typeface="Noto Sans JP" panose="020B0200000000000000" pitchFamily="50" charset="-128"/>
              </a:rPr>
              <a:t>」を自動で作成する。理解度の低い苦手な科目には「</a:t>
            </a:r>
            <a:r>
              <a:rPr kumimoji="1" lang="ja-JP" altLang="en-US" sz="1600" b="1" dirty="0">
                <a:solidFill>
                  <a:srgbClr val="D02F2B"/>
                </a:solidFill>
                <a:latin typeface="Noto Sans JP" panose="020B0200000000000000" pitchFamily="50" charset="-128"/>
                <a:ea typeface="Noto Sans JP" panose="020B0200000000000000" pitchFamily="50" charset="-128"/>
              </a:rPr>
              <a:t>多くの時間</a:t>
            </a:r>
            <a:r>
              <a:rPr kumimoji="1" lang="ja-JP" altLang="en-US" sz="1600" b="1" dirty="0">
                <a:solidFill>
                  <a:srgbClr val="1B2731"/>
                </a:solidFill>
                <a:latin typeface="Noto Sans JP" panose="020B0200000000000000" pitchFamily="50" charset="-128"/>
                <a:ea typeface="Noto Sans JP" panose="020B0200000000000000" pitchFamily="50" charset="-128"/>
              </a:rPr>
              <a:t>」を割り当て、予定どおりに進まなかった分は「</a:t>
            </a:r>
            <a:r>
              <a:rPr kumimoji="1" lang="ja-JP" altLang="en-US" sz="1600" b="1" dirty="0">
                <a:solidFill>
                  <a:srgbClr val="D02F2B"/>
                </a:solidFill>
                <a:latin typeface="Noto Sans JP" panose="020B0200000000000000" pitchFamily="50" charset="-128"/>
                <a:ea typeface="Noto Sans JP" panose="020B0200000000000000" pitchFamily="50" charset="-128"/>
              </a:rPr>
              <a:t>自動で組み直す</a:t>
            </a:r>
            <a:r>
              <a:rPr kumimoji="1" lang="ja-JP" altLang="en-US" sz="1600" b="1" dirty="0">
                <a:solidFill>
                  <a:srgbClr val="1B2731"/>
                </a:solidFill>
                <a:latin typeface="Noto Sans JP" panose="020B0200000000000000" pitchFamily="50" charset="-128"/>
                <a:ea typeface="Noto Sans JP" panose="020B0200000000000000" pitchFamily="50" charset="-128"/>
              </a:rPr>
              <a:t>」ため、計画が崩れても立て直せる。さらに</a:t>
            </a:r>
            <a:r>
              <a:rPr kumimoji="1" lang="en-US" altLang="ja-JP" sz="1600" b="1" dirty="0">
                <a:solidFill>
                  <a:srgbClr val="1B2731"/>
                </a:solidFill>
                <a:latin typeface="Noto Sans JP" panose="020B0200000000000000" pitchFamily="50" charset="-128"/>
                <a:ea typeface="Noto Sans JP" panose="020B0200000000000000" pitchFamily="50" charset="-128"/>
              </a:rPr>
              <a:t>AI</a:t>
            </a:r>
            <a:r>
              <a:rPr kumimoji="1" lang="ja-JP" altLang="en-US" sz="1600" b="1" dirty="0">
                <a:solidFill>
                  <a:srgbClr val="1B2731"/>
                </a:solidFill>
                <a:latin typeface="Noto Sans JP" panose="020B0200000000000000" pitchFamily="50" charset="-128"/>
                <a:ea typeface="Noto Sans JP" panose="020B0200000000000000" pitchFamily="50" charset="-128"/>
              </a:rPr>
              <a:t>アドバイザーが「</a:t>
            </a:r>
            <a:r>
              <a:rPr kumimoji="1" lang="ja-JP" altLang="en-US" sz="1600" b="1" dirty="0">
                <a:solidFill>
                  <a:srgbClr val="D02F2B"/>
                </a:solidFill>
                <a:latin typeface="Noto Sans JP" panose="020B0200000000000000" pitchFamily="50" charset="-128"/>
                <a:ea typeface="Noto Sans JP" panose="020B0200000000000000" pitchFamily="50" charset="-128"/>
              </a:rPr>
              <a:t>単元の解説</a:t>
            </a:r>
            <a:r>
              <a:rPr kumimoji="1" lang="ja-JP" altLang="en-US" sz="1600" b="1" dirty="0">
                <a:solidFill>
                  <a:srgbClr val="1B2731"/>
                </a:solidFill>
                <a:latin typeface="Noto Sans JP" panose="020B0200000000000000" pitchFamily="50" charset="-128"/>
                <a:ea typeface="Noto Sans JP" panose="020B0200000000000000" pitchFamily="50" charset="-128"/>
              </a:rPr>
              <a:t>」「</a:t>
            </a:r>
            <a:r>
              <a:rPr kumimoji="1" lang="ja-JP" altLang="en-US" sz="1600" b="1" dirty="0">
                <a:solidFill>
                  <a:srgbClr val="D02F2B"/>
                </a:solidFill>
                <a:latin typeface="Noto Sans JP" panose="020B0200000000000000" pitchFamily="50" charset="-128"/>
                <a:ea typeface="Noto Sans JP" panose="020B0200000000000000" pitchFamily="50" charset="-128"/>
              </a:rPr>
              <a:t>練習問題</a:t>
            </a:r>
            <a:r>
              <a:rPr kumimoji="1" lang="ja-JP" altLang="en-US" sz="1600" b="1" dirty="0">
                <a:solidFill>
                  <a:srgbClr val="1B2731"/>
                </a:solidFill>
                <a:latin typeface="Noto Sans JP" panose="020B0200000000000000" pitchFamily="50" charset="-128"/>
                <a:ea typeface="Noto Sans JP" panose="020B0200000000000000" pitchFamily="50" charset="-128"/>
              </a:rPr>
              <a:t>」「</a:t>
            </a:r>
            <a:r>
              <a:rPr kumimoji="1" lang="ja-JP" altLang="en-US" sz="1600" b="1" dirty="0">
                <a:solidFill>
                  <a:srgbClr val="D02F2B"/>
                </a:solidFill>
                <a:latin typeface="Noto Sans JP" panose="020B0200000000000000" pitchFamily="50" charset="-128"/>
                <a:ea typeface="Noto Sans JP" panose="020B0200000000000000" pitchFamily="50" charset="-128"/>
              </a:rPr>
              <a:t>答案の採点</a:t>
            </a:r>
            <a:r>
              <a:rPr kumimoji="1" lang="ja-JP" altLang="en-US" sz="1600" b="1" dirty="0">
                <a:solidFill>
                  <a:srgbClr val="1B2731"/>
                </a:solidFill>
                <a:latin typeface="Noto Sans JP" panose="020B0200000000000000" pitchFamily="50" charset="-128"/>
                <a:ea typeface="Noto Sans JP" panose="020B0200000000000000" pitchFamily="50" charset="-128"/>
              </a:rPr>
              <a:t>」で、毎日の勉強を手伝う。</a:t>
            </a:r>
          </a:p>
        </p:txBody>
      </p:sp>
      <p:sp>
        <p:nvSpPr>
          <p:cNvPr id="14" name="SC_機能1">
            <a:extLst>
              <a:ext uri="{FF2B5EF4-FFF2-40B4-BE49-F238E27FC236}">
                <a16:creationId xmlns:a16="http://schemas.microsoft.com/office/drawing/2014/main" id="{34E6E55B-B25B-8572-6D2C-29428892A30B}"/>
              </a:ext>
            </a:extLst>
          </p:cNvPr>
          <p:cNvSpPr/>
          <p:nvPr/>
        </p:nvSpPr>
        <p:spPr>
          <a:xfrm>
            <a:off x="304800" y="4826000"/>
            <a:ext cx="1625600" cy="1676400"/>
          </a:xfrm>
          <a:prstGeom prst="roundRect">
            <a:avLst>
              <a:gd name="adj" fmla="val 10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SC_機能名1">
            <a:extLst>
              <a:ext uri="{FF2B5EF4-FFF2-40B4-BE49-F238E27FC236}">
                <a16:creationId xmlns:a16="http://schemas.microsoft.com/office/drawing/2014/main" id="{A6183CFD-E431-4C1B-EB82-E1E403F62B2D}"/>
              </a:ext>
            </a:extLst>
          </p:cNvPr>
          <p:cNvSpPr txBox="1"/>
          <p:nvPr/>
        </p:nvSpPr>
        <p:spPr>
          <a:xfrm>
            <a:off x="355600" y="5750765"/>
            <a:ext cx="1524000" cy="369332"/>
          </a:xfrm>
          <a:prstGeom prst="rect">
            <a:avLst/>
          </a:prstGeom>
          <a:noFill/>
        </p:spPr>
        <p:txBody>
          <a:bodyPr vert="horz" wrap="square" lIns="0" tIns="0" rIns="0" bIns="0" rtlCol="0" anchor="ctr">
            <a:noAutofit/>
          </a:bodyPr>
          <a:lstStyle/>
          <a:p>
            <a:pPr algn="ctr"/>
            <a:r>
              <a:rPr kumimoji="1" lang="ja-JP" altLang="en-US" sz="1600" b="1" dirty="0">
                <a:solidFill>
                  <a:srgbClr val="2350B5"/>
                </a:solidFill>
                <a:latin typeface="Noto Sans JP" panose="020B0200000000000000" pitchFamily="50" charset="-128"/>
                <a:ea typeface="Noto Sans JP" panose="020B0200000000000000" pitchFamily="50" charset="-128"/>
              </a:rPr>
              <a:t>学習情報の登録</a:t>
            </a:r>
          </a:p>
        </p:txBody>
      </p:sp>
      <p:sp>
        <p:nvSpPr>
          <p:cNvPr id="18" name="SC_機能2">
            <a:extLst>
              <a:ext uri="{FF2B5EF4-FFF2-40B4-BE49-F238E27FC236}">
                <a16:creationId xmlns:a16="http://schemas.microsoft.com/office/drawing/2014/main" id="{AB86EC09-0B66-876E-27A9-E76D7F6C12EA}"/>
              </a:ext>
            </a:extLst>
          </p:cNvPr>
          <p:cNvSpPr/>
          <p:nvPr/>
        </p:nvSpPr>
        <p:spPr>
          <a:xfrm>
            <a:off x="2032000" y="4826000"/>
            <a:ext cx="1625600" cy="1676400"/>
          </a:xfrm>
          <a:prstGeom prst="roundRect">
            <a:avLst>
              <a:gd name="adj" fmla="val 10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SC_機能名2">
            <a:extLst>
              <a:ext uri="{FF2B5EF4-FFF2-40B4-BE49-F238E27FC236}">
                <a16:creationId xmlns:a16="http://schemas.microsoft.com/office/drawing/2014/main" id="{83081E4D-A148-C925-0A3A-1E027EDFFCA1}"/>
              </a:ext>
            </a:extLst>
          </p:cNvPr>
          <p:cNvSpPr txBox="1"/>
          <p:nvPr/>
        </p:nvSpPr>
        <p:spPr>
          <a:xfrm>
            <a:off x="2082800" y="5750765"/>
            <a:ext cx="1524000" cy="369332"/>
          </a:xfrm>
          <a:prstGeom prst="rect">
            <a:avLst/>
          </a:prstGeom>
          <a:noFill/>
        </p:spPr>
        <p:txBody>
          <a:bodyPr vert="horz" wrap="square" lIns="0" tIns="0" rIns="0" bIns="0" rtlCol="0" anchor="ctr">
            <a:noAutofit/>
          </a:bodyPr>
          <a:lstStyle/>
          <a:p>
            <a:pPr algn="ctr"/>
            <a:r>
              <a:rPr kumimoji="1" lang="ja-JP" altLang="en-US" sz="1600" b="1" dirty="0">
                <a:solidFill>
                  <a:srgbClr val="2350B5"/>
                </a:solidFill>
                <a:latin typeface="Noto Sans JP" panose="020B0200000000000000" pitchFamily="50" charset="-128"/>
                <a:ea typeface="Noto Sans JP" panose="020B0200000000000000" pitchFamily="50" charset="-128"/>
              </a:rPr>
              <a:t>逆算</a:t>
            </a:r>
            <a:endParaRPr kumimoji="1" lang="en-US" altLang="ja-JP" sz="1600" b="1" dirty="0">
              <a:solidFill>
                <a:srgbClr val="2350B5"/>
              </a:solidFill>
              <a:latin typeface="Noto Sans JP" panose="020B0200000000000000" pitchFamily="50" charset="-128"/>
              <a:ea typeface="Noto Sans JP" panose="020B0200000000000000" pitchFamily="50" charset="-128"/>
            </a:endParaRPr>
          </a:p>
          <a:p>
            <a:pPr algn="ctr"/>
            <a:r>
              <a:rPr kumimoji="1" lang="ja-JP" altLang="en-US" sz="1600" b="1" dirty="0">
                <a:solidFill>
                  <a:srgbClr val="2350B5"/>
                </a:solidFill>
                <a:latin typeface="Noto Sans JP" panose="020B0200000000000000" pitchFamily="50" charset="-128"/>
                <a:ea typeface="Noto Sans JP" panose="020B0200000000000000" pitchFamily="50" charset="-128"/>
              </a:rPr>
              <a:t>プランニング</a:t>
            </a:r>
          </a:p>
        </p:txBody>
      </p:sp>
      <p:sp>
        <p:nvSpPr>
          <p:cNvPr id="36" name="SC_機能3">
            <a:extLst>
              <a:ext uri="{FF2B5EF4-FFF2-40B4-BE49-F238E27FC236}">
                <a16:creationId xmlns:a16="http://schemas.microsoft.com/office/drawing/2014/main" id="{513559EE-9917-9E49-3F6A-D9AC73D31CF1}"/>
              </a:ext>
            </a:extLst>
          </p:cNvPr>
          <p:cNvSpPr/>
          <p:nvPr/>
        </p:nvSpPr>
        <p:spPr>
          <a:xfrm>
            <a:off x="3759200" y="4826000"/>
            <a:ext cx="1625600" cy="1676400"/>
          </a:xfrm>
          <a:prstGeom prst="roundRect">
            <a:avLst>
              <a:gd name="adj" fmla="val 10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SC_機能名3">
            <a:extLst>
              <a:ext uri="{FF2B5EF4-FFF2-40B4-BE49-F238E27FC236}">
                <a16:creationId xmlns:a16="http://schemas.microsoft.com/office/drawing/2014/main" id="{74E51FFE-3DD9-8394-6CBC-45FCA53EA8A4}"/>
              </a:ext>
            </a:extLst>
          </p:cNvPr>
          <p:cNvSpPr txBox="1"/>
          <p:nvPr/>
        </p:nvSpPr>
        <p:spPr>
          <a:xfrm>
            <a:off x="3810000" y="5750765"/>
            <a:ext cx="1524000" cy="369332"/>
          </a:xfrm>
          <a:prstGeom prst="rect">
            <a:avLst/>
          </a:prstGeom>
          <a:noFill/>
        </p:spPr>
        <p:txBody>
          <a:bodyPr vert="horz" wrap="square" lIns="0" tIns="0" rIns="0" bIns="0" rtlCol="0" anchor="ctr">
            <a:noAutofit/>
          </a:bodyPr>
          <a:lstStyle/>
          <a:p>
            <a:pPr algn="ctr"/>
            <a:r>
              <a:rPr kumimoji="1" lang="ja-JP" altLang="en-US" sz="1600" b="1" dirty="0">
                <a:solidFill>
                  <a:srgbClr val="2350B5"/>
                </a:solidFill>
                <a:latin typeface="Noto Sans JP" panose="020B0200000000000000" pitchFamily="50" charset="-128"/>
                <a:ea typeface="Noto Sans JP" panose="020B0200000000000000" pitchFamily="50" charset="-128"/>
              </a:rPr>
              <a:t>苦手科目の</a:t>
            </a:r>
            <a:br>
              <a:rPr kumimoji="1" lang="ja-JP" altLang="en-US" sz="1600" b="1" dirty="0">
                <a:solidFill>
                  <a:srgbClr val="2350B5"/>
                </a:solidFill>
                <a:latin typeface="Noto Sans JP" panose="020B0200000000000000" pitchFamily="50" charset="-128"/>
                <a:ea typeface="Noto Sans JP" panose="020B0200000000000000" pitchFamily="50" charset="-128"/>
              </a:rPr>
            </a:br>
            <a:r>
              <a:rPr kumimoji="1" lang="ja-JP" altLang="en-US" sz="1600" b="1" dirty="0">
                <a:solidFill>
                  <a:srgbClr val="2350B5"/>
                </a:solidFill>
                <a:latin typeface="Noto Sans JP" panose="020B0200000000000000" pitchFamily="50" charset="-128"/>
                <a:ea typeface="Noto Sans JP" panose="020B0200000000000000" pitchFamily="50" charset="-128"/>
              </a:rPr>
              <a:t>重点配分</a:t>
            </a:r>
          </a:p>
        </p:txBody>
      </p:sp>
      <p:sp>
        <p:nvSpPr>
          <p:cNvPr id="40" name="SC_機能4">
            <a:extLst>
              <a:ext uri="{FF2B5EF4-FFF2-40B4-BE49-F238E27FC236}">
                <a16:creationId xmlns:a16="http://schemas.microsoft.com/office/drawing/2014/main" id="{C2B56F0B-51FC-68BA-AC1E-59D723EB8470}"/>
              </a:ext>
            </a:extLst>
          </p:cNvPr>
          <p:cNvSpPr/>
          <p:nvPr/>
        </p:nvSpPr>
        <p:spPr>
          <a:xfrm>
            <a:off x="5486400" y="4826000"/>
            <a:ext cx="1625600" cy="1676400"/>
          </a:xfrm>
          <a:prstGeom prst="roundRect">
            <a:avLst>
              <a:gd name="adj" fmla="val 10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SC_機能名4">
            <a:extLst>
              <a:ext uri="{FF2B5EF4-FFF2-40B4-BE49-F238E27FC236}">
                <a16:creationId xmlns:a16="http://schemas.microsoft.com/office/drawing/2014/main" id="{DF5A918E-C950-84DD-BD70-3EAB270D9BE4}"/>
              </a:ext>
            </a:extLst>
          </p:cNvPr>
          <p:cNvSpPr txBox="1"/>
          <p:nvPr/>
        </p:nvSpPr>
        <p:spPr>
          <a:xfrm>
            <a:off x="5537200" y="5750765"/>
            <a:ext cx="1524000" cy="369332"/>
          </a:xfrm>
          <a:prstGeom prst="rect">
            <a:avLst/>
          </a:prstGeom>
          <a:noFill/>
        </p:spPr>
        <p:txBody>
          <a:bodyPr vert="horz" wrap="square" lIns="0" tIns="0" rIns="0" bIns="0" rtlCol="0" anchor="ctr">
            <a:noAutofit/>
          </a:bodyPr>
          <a:lstStyle/>
          <a:p>
            <a:pPr algn="ctr"/>
            <a:r>
              <a:rPr kumimoji="1" lang="ja-JP" altLang="en-US" sz="1600" b="1">
                <a:solidFill>
                  <a:srgbClr val="2350B5"/>
                </a:solidFill>
                <a:latin typeface="Noto Sans JP" panose="020B0200000000000000" pitchFamily="50" charset="-128"/>
                <a:ea typeface="Noto Sans JP" panose="020B0200000000000000" pitchFamily="50" charset="-128"/>
              </a:rPr>
              <a:t>計画の再調整</a:t>
            </a:r>
          </a:p>
        </p:txBody>
      </p:sp>
      <p:sp>
        <p:nvSpPr>
          <p:cNvPr id="44" name="SC_機能5">
            <a:extLst>
              <a:ext uri="{FF2B5EF4-FFF2-40B4-BE49-F238E27FC236}">
                <a16:creationId xmlns:a16="http://schemas.microsoft.com/office/drawing/2014/main" id="{DFE74CDD-C751-6D67-335C-8AAE5E97B0C9}"/>
              </a:ext>
            </a:extLst>
          </p:cNvPr>
          <p:cNvSpPr/>
          <p:nvPr/>
        </p:nvSpPr>
        <p:spPr>
          <a:xfrm>
            <a:off x="7213600" y="4826000"/>
            <a:ext cx="1625600" cy="1676400"/>
          </a:xfrm>
          <a:prstGeom prst="roundRect">
            <a:avLst>
              <a:gd name="adj" fmla="val 10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SC_機能名5">
            <a:extLst>
              <a:ext uri="{FF2B5EF4-FFF2-40B4-BE49-F238E27FC236}">
                <a16:creationId xmlns:a16="http://schemas.microsoft.com/office/drawing/2014/main" id="{0926F010-0EB7-2DF6-9528-41CA8FFDE090}"/>
              </a:ext>
            </a:extLst>
          </p:cNvPr>
          <p:cNvSpPr txBox="1"/>
          <p:nvPr/>
        </p:nvSpPr>
        <p:spPr>
          <a:xfrm>
            <a:off x="7264400" y="5750765"/>
            <a:ext cx="1524000" cy="369332"/>
          </a:xfrm>
          <a:prstGeom prst="rect">
            <a:avLst/>
          </a:prstGeom>
          <a:noFill/>
        </p:spPr>
        <p:txBody>
          <a:bodyPr vert="horz" wrap="square" lIns="0" tIns="0" rIns="0" bIns="0" rtlCol="0" anchor="ctr">
            <a:noAutofit/>
          </a:bodyPr>
          <a:lstStyle/>
          <a:p>
            <a:pPr algn="ctr"/>
            <a:r>
              <a:rPr kumimoji="1" lang="ja-JP" altLang="en-US" sz="1600" b="1">
                <a:solidFill>
                  <a:srgbClr val="2350B5"/>
                </a:solidFill>
                <a:latin typeface="Noto Sans JP" panose="020B0200000000000000" pitchFamily="50" charset="-128"/>
                <a:ea typeface="Noto Sans JP" panose="020B0200000000000000" pitchFamily="50" charset="-128"/>
              </a:rPr>
              <a:t>今日の</a:t>
            </a:r>
            <a:br>
              <a:rPr kumimoji="1" lang="ja-JP" altLang="en-US" sz="1600" b="1">
                <a:solidFill>
                  <a:srgbClr val="2350B5"/>
                </a:solidFill>
                <a:latin typeface="Noto Sans JP" panose="020B0200000000000000" pitchFamily="50" charset="-128"/>
                <a:ea typeface="Noto Sans JP" panose="020B0200000000000000" pitchFamily="50" charset="-128"/>
              </a:rPr>
            </a:br>
            <a:r>
              <a:rPr kumimoji="1" lang="ja-JP" altLang="en-US" sz="1600" b="1">
                <a:solidFill>
                  <a:srgbClr val="2350B5"/>
                </a:solidFill>
                <a:latin typeface="Noto Sans JP" panose="020B0200000000000000" pitchFamily="50" charset="-128"/>
                <a:ea typeface="Noto Sans JP" panose="020B0200000000000000" pitchFamily="50" charset="-128"/>
              </a:rPr>
              <a:t>学習メニュー</a:t>
            </a:r>
          </a:p>
        </p:txBody>
      </p:sp>
      <p:pic>
        <p:nvPicPr>
          <p:cNvPr id="11" name="SC_機能アイコン1">
            <a:extLst>
              <a:ext uri="{FF2B5EF4-FFF2-40B4-BE49-F238E27FC236}">
                <a16:creationId xmlns:a16="http://schemas.microsoft.com/office/drawing/2014/main" id="{01C3750E-A282-CE07-92AC-90BC480DB49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45716" y="4891960"/>
            <a:ext cx="558800" cy="558800"/>
          </a:xfrm>
          <a:prstGeom prst="rect">
            <a:avLst/>
          </a:prstGeom>
        </p:spPr>
      </p:pic>
      <p:pic>
        <p:nvPicPr>
          <p:cNvPr id="15" name="SC_機能アイコン2">
            <a:extLst>
              <a:ext uri="{FF2B5EF4-FFF2-40B4-BE49-F238E27FC236}">
                <a16:creationId xmlns:a16="http://schemas.microsoft.com/office/drawing/2014/main" id="{2BD02513-7CAE-D588-E2DD-16EBF160B6E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572916" y="4891960"/>
            <a:ext cx="558800" cy="558800"/>
          </a:xfrm>
          <a:prstGeom prst="rect">
            <a:avLst/>
          </a:prstGeom>
        </p:spPr>
      </p:pic>
      <p:pic>
        <p:nvPicPr>
          <p:cNvPr id="19" name="SC_機能アイコン3">
            <a:extLst>
              <a:ext uri="{FF2B5EF4-FFF2-40B4-BE49-F238E27FC236}">
                <a16:creationId xmlns:a16="http://schemas.microsoft.com/office/drawing/2014/main" id="{9F74C250-CFB9-1436-0090-ABB436058ED1}"/>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4300116" y="4891960"/>
            <a:ext cx="558800" cy="558800"/>
          </a:xfrm>
          <a:prstGeom prst="rect">
            <a:avLst/>
          </a:prstGeom>
        </p:spPr>
      </p:pic>
      <p:pic>
        <p:nvPicPr>
          <p:cNvPr id="20" name="SC_機能アイコン4">
            <a:extLst>
              <a:ext uri="{FF2B5EF4-FFF2-40B4-BE49-F238E27FC236}">
                <a16:creationId xmlns:a16="http://schemas.microsoft.com/office/drawing/2014/main" id="{E8785F05-4798-DD4B-5360-1F15BA3B250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027316" y="4891960"/>
            <a:ext cx="558800" cy="558800"/>
          </a:xfrm>
          <a:prstGeom prst="rect">
            <a:avLst/>
          </a:prstGeom>
        </p:spPr>
      </p:pic>
      <p:pic>
        <p:nvPicPr>
          <p:cNvPr id="22" name="SC_機能アイコン5">
            <a:extLst>
              <a:ext uri="{FF2B5EF4-FFF2-40B4-BE49-F238E27FC236}">
                <a16:creationId xmlns:a16="http://schemas.microsoft.com/office/drawing/2014/main" id="{C44C567C-DBDB-254D-E842-D93CF7874F3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7754516" y="4891960"/>
            <a:ext cx="558800" cy="558800"/>
          </a:xfrm>
          <a:prstGeom prst="rect">
            <a:avLst/>
          </a:prstGeom>
        </p:spPr>
      </p:pic>
      <p:pic>
        <p:nvPicPr>
          <p:cNvPr id="17" name="LOGO_案C">
            <a:extLst>
              <a:ext uri="{FF2B5EF4-FFF2-40B4-BE49-F238E27FC236}">
                <a16:creationId xmlns:a16="http://schemas.microsoft.com/office/drawing/2014/main" id="{9AAAC50B-C8D1-B5E5-EE6E-ECBA1FAC896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89021" y="1485900"/>
            <a:ext cx="1165958" cy="787400"/>
          </a:xfrm>
          <a:prstGeom prst="rect">
            <a:avLst/>
          </a:prstGeom>
        </p:spPr>
      </p:pic>
      <p:pic>
        <p:nvPicPr>
          <p:cNvPr id="13" name="LOGO_帯">
            <a:extLst>
              <a:ext uri="{FF2B5EF4-FFF2-40B4-BE49-F238E27FC236}">
                <a16:creationId xmlns:a16="http://schemas.microsoft.com/office/drawing/2014/main" id="{75BC4030-E2EF-7D3B-425C-11243082782D}"/>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653195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53333A04-8831-C2CE-54B9-51D9B323214C}"/>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P03</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16079"/>
            <a:ext cx="3401893" cy="646331"/>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600" b="1" dirty="0">
                <a:solidFill>
                  <a:schemeClr val="bg1"/>
                </a:solidFill>
                <a:latin typeface="Noto Sans JP" panose="020B0200000000000000" pitchFamily="50" charset="-128"/>
                <a:ea typeface="Noto Sans JP" panose="020B0200000000000000" pitchFamily="50" charset="-128"/>
              </a:rPr>
              <a:t>システム提案②</a:t>
            </a:r>
          </a:p>
        </p:txBody>
      </p:sp>
      <p:sp>
        <p:nvSpPr>
          <p:cNvPr id="2" name="SB_見出し">
            <a:extLst>
              <a:ext uri="{FF2B5EF4-FFF2-40B4-BE49-F238E27FC236}">
                <a16:creationId xmlns:a16="http://schemas.microsoft.com/office/drawing/2014/main" id="{23EBAE78-979B-233F-8157-C5D961E44512}"/>
              </a:ext>
            </a:extLst>
          </p:cNvPr>
          <p:cNvSpPr txBox="1"/>
          <p:nvPr/>
        </p:nvSpPr>
        <p:spPr>
          <a:xfrm>
            <a:off x="254000" y="1143000"/>
            <a:ext cx="8636000" cy="406400"/>
          </a:xfrm>
          <a:prstGeom prst="rect">
            <a:avLst/>
          </a:prstGeom>
          <a:noFill/>
        </p:spPr>
        <p:txBody>
          <a:bodyPr vert="horz" wrap="square" lIns="0" tIns="0" rIns="0" bIns="0" rtlCol="0" anchor="ctr">
            <a:noAutofit/>
          </a:bodyPr>
          <a:lstStyle/>
          <a:p>
            <a:pPr algn="ctr"/>
            <a:r>
              <a:rPr lang="ja-JP" altLang="en-US" sz="2400" b="1" dirty="0">
                <a:solidFill>
                  <a:srgbClr val="1B2731"/>
                </a:solidFill>
                <a:latin typeface="Noto Sans JP" panose="020B0200000000000000" pitchFamily="50" charset="-128"/>
                <a:ea typeface="Noto Sans JP" panose="020B0200000000000000" pitchFamily="50" charset="-128"/>
              </a:rPr>
              <a:t>計画づくりの悩みを、</a:t>
            </a:r>
            <a:r>
              <a:rPr lang="ja-JP" altLang="en-US" sz="2400" b="1" dirty="0">
                <a:solidFill>
                  <a:srgbClr val="2350B5"/>
                </a:solidFill>
                <a:latin typeface="Noto Sans JP" panose="020B0200000000000000" pitchFamily="50" charset="-128"/>
                <a:ea typeface="Noto Sans JP" panose="020B0200000000000000" pitchFamily="50" charset="-128"/>
              </a:rPr>
              <a:t>アプリがまるごと引き受ける</a:t>
            </a:r>
          </a:p>
        </p:txBody>
      </p:sp>
      <p:sp>
        <p:nvSpPr>
          <p:cNvPr id="5" name="SB_左題">
            <a:extLst>
              <a:ext uri="{FF2B5EF4-FFF2-40B4-BE49-F238E27FC236}">
                <a16:creationId xmlns:a16="http://schemas.microsoft.com/office/drawing/2014/main" id="{6D599225-9AAA-02F0-CB6C-010C62FB940A}"/>
              </a:ext>
            </a:extLst>
          </p:cNvPr>
          <p:cNvSpPr txBox="1"/>
          <p:nvPr/>
        </p:nvSpPr>
        <p:spPr>
          <a:xfrm>
            <a:off x="304800" y="1651000"/>
            <a:ext cx="3683000" cy="279400"/>
          </a:xfrm>
          <a:prstGeom prst="rect">
            <a:avLst/>
          </a:prstGeom>
          <a:noFill/>
        </p:spPr>
        <p:txBody>
          <a:bodyPr vert="horz" wrap="square" lIns="0" tIns="0" rIns="0" bIns="0" rtlCol="0" anchor="ctr">
            <a:noAutofit/>
          </a:bodyPr>
          <a:lstStyle/>
          <a:p>
            <a:r>
              <a:rPr lang="ja-JP" altLang="en-US" b="1" dirty="0">
                <a:solidFill>
                  <a:srgbClr val="D02F2B"/>
                </a:solidFill>
                <a:latin typeface="Noto Sans JP" panose="020B0200000000000000" pitchFamily="50" charset="-128"/>
                <a:ea typeface="Noto Sans JP" panose="020B0200000000000000" pitchFamily="50" charset="-128"/>
              </a:rPr>
              <a:t>これまでの悩み</a:t>
            </a:r>
          </a:p>
        </p:txBody>
      </p:sp>
      <p:sp>
        <p:nvSpPr>
          <p:cNvPr id="7" name="SB_右題">
            <a:extLst>
              <a:ext uri="{FF2B5EF4-FFF2-40B4-BE49-F238E27FC236}">
                <a16:creationId xmlns:a16="http://schemas.microsoft.com/office/drawing/2014/main" id="{6D76C599-1383-71BB-E54F-4124DB5CB095}"/>
              </a:ext>
            </a:extLst>
          </p:cNvPr>
          <p:cNvSpPr txBox="1"/>
          <p:nvPr/>
        </p:nvSpPr>
        <p:spPr>
          <a:xfrm>
            <a:off x="4800600" y="1651000"/>
            <a:ext cx="4064000" cy="279400"/>
          </a:xfrm>
          <a:prstGeom prst="rect">
            <a:avLst/>
          </a:prstGeom>
          <a:noFill/>
        </p:spPr>
        <p:txBody>
          <a:bodyPr vert="horz" wrap="square" lIns="0" tIns="0" rIns="0" bIns="0" rtlCol="0" anchor="ctr">
            <a:noAutofit/>
          </a:bodyPr>
          <a:lstStyle/>
          <a:p>
            <a:r>
              <a:rPr lang="ja-JP" altLang="en-US" b="1" dirty="0">
                <a:solidFill>
                  <a:srgbClr val="2350B5"/>
                </a:solidFill>
                <a:latin typeface="Noto Sans JP" panose="020B0200000000000000" pitchFamily="50" charset="-128"/>
                <a:ea typeface="Noto Sans JP" panose="020B0200000000000000" pitchFamily="50" charset="-128"/>
              </a:rPr>
              <a:t>マナビクスなら</a:t>
            </a:r>
          </a:p>
        </p:txBody>
      </p:sp>
      <p:sp>
        <p:nvSpPr>
          <p:cNvPr id="10" name="SB_悩み1">
            <a:extLst>
              <a:ext uri="{FF2B5EF4-FFF2-40B4-BE49-F238E27FC236}">
                <a16:creationId xmlns:a16="http://schemas.microsoft.com/office/drawing/2014/main" id="{D39C962F-7674-F59B-FCD1-348D8C34390C}"/>
              </a:ext>
            </a:extLst>
          </p:cNvPr>
          <p:cNvSpPr/>
          <p:nvPr/>
        </p:nvSpPr>
        <p:spPr>
          <a:xfrm>
            <a:off x="279400" y="1981200"/>
            <a:ext cx="3708400" cy="1016000"/>
          </a:xfrm>
          <a:prstGeom prst="roundRect">
            <a:avLst>
              <a:gd name="adj" fmla="val 12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1" name="SB_タグ1">
            <a:extLst>
              <a:ext uri="{FF2B5EF4-FFF2-40B4-BE49-F238E27FC236}">
                <a16:creationId xmlns:a16="http://schemas.microsoft.com/office/drawing/2014/main" id="{7E83DAD1-5897-0031-A5E5-B1196C7E9E5F}"/>
              </a:ext>
            </a:extLst>
          </p:cNvPr>
          <p:cNvSpPr/>
          <p:nvPr/>
        </p:nvSpPr>
        <p:spPr>
          <a:xfrm>
            <a:off x="406400" y="2324100"/>
            <a:ext cx="635000" cy="330200"/>
          </a:xfrm>
          <a:prstGeom prst="roundRect">
            <a:avLst>
              <a:gd name="adj" fmla="val 30000"/>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ja-JP" sz="1200" b="1">
                <a:solidFill>
                  <a:srgbClr val="FFFFFF"/>
                </a:solidFill>
                <a:latin typeface="Noto Sans JP" panose="020B0200000000000000" pitchFamily="50" charset="-128"/>
                <a:ea typeface="Noto Sans JP" panose="020B0200000000000000" pitchFamily="50" charset="-128"/>
              </a:rPr>
              <a:t>1</a:t>
            </a:r>
            <a:r>
              <a:rPr lang="ja-JP" altLang="en-US" sz="1200" b="1">
                <a:solidFill>
                  <a:srgbClr val="FFFFFF"/>
                </a:solidFill>
                <a:latin typeface="Noto Sans JP" panose="020B0200000000000000" pitchFamily="50" charset="-128"/>
                <a:ea typeface="Noto Sans JP" panose="020B0200000000000000" pitchFamily="50" charset="-128"/>
              </a:rPr>
              <a:t>位</a:t>
            </a:r>
          </a:p>
        </p:txBody>
      </p:sp>
      <p:sp>
        <p:nvSpPr>
          <p:cNvPr id="12" name="SB_悩み文1">
            <a:extLst>
              <a:ext uri="{FF2B5EF4-FFF2-40B4-BE49-F238E27FC236}">
                <a16:creationId xmlns:a16="http://schemas.microsoft.com/office/drawing/2014/main" id="{9A7E3AFF-FE58-0F55-63C9-82985992978E}"/>
              </a:ext>
            </a:extLst>
          </p:cNvPr>
          <p:cNvSpPr txBox="1"/>
          <p:nvPr/>
        </p:nvSpPr>
        <p:spPr>
          <a:xfrm>
            <a:off x="1143000" y="2108200"/>
            <a:ext cx="2743200" cy="762000"/>
          </a:xfrm>
          <a:prstGeom prst="rect">
            <a:avLst/>
          </a:prstGeom>
          <a:noFill/>
        </p:spPr>
        <p:txBody>
          <a:bodyPr vert="horz" wrap="square" lIns="0" tIns="0" rIns="0" bIns="0" rtlCol="0" anchor="ctr">
            <a:noAutofit/>
          </a:bodyPr>
          <a:lstStyle/>
          <a:p>
            <a:r>
              <a:rPr lang="ja-JP" altLang="en-US" b="1" dirty="0">
                <a:solidFill>
                  <a:srgbClr val="1B2731"/>
                </a:solidFill>
                <a:latin typeface="Noto Sans JP" panose="020B0200000000000000" pitchFamily="50" charset="-128"/>
                <a:ea typeface="Noto Sans JP" panose="020B0200000000000000" pitchFamily="50" charset="-128"/>
              </a:rPr>
              <a:t>計画を立てても、その通りに実行できない</a:t>
            </a:r>
          </a:p>
        </p:txBody>
      </p:sp>
      <p:sp>
        <p:nvSpPr>
          <p:cNvPr id="13" name="SB_矢印1">
            <a:extLst>
              <a:ext uri="{FF2B5EF4-FFF2-40B4-BE49-F238E27FC236}">
                <a16:creationId xmlns:a16="http://schemas.microsoft.com/office/drawing/2014/main" id="{26A22FBC-4202-320E-8B01-69323056F0BC}"/>
              </a:ext>
            </a:extLst>
          </p:cNvPr>
          <p:cNvSpPr/>
          <p:nvPr/>
        </p:nvSpPr>
        <p:spPr>
          <a:xfrm>
            <a:off x="4089400" y="2324100"/>
            <a:ext cx="609600" cy="330200"/>
          </a:xfrm>
          <a:prstGeom prst="rightArrow">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4" name="SB_機能1">
            <a:extLst>
              <a:ext uri="{FF2B5EF4-FFF2-40B4-BE49-F238E27FC236}">
                <a16:creationId xmlns:a16="http://schemas.microsoft.com/office/drawing/2014/main" id="{44FD3382-209B-DE43-FC6B-E0A0A9C0E333}"/>
              </a:ext>
            </a:extLst>
          </p:cNvPr>
          <p:cNvSpPr/>
          <p:nvPr/>
        </p:nvSpPr>
        <p:spPr>
          <a:xfrm>
            <a:off x="4800600" y="1981200"/>
            <a:ext cx="4064000" cy="1016000"/>
          </a:xfrm>
          <a:prstGeom prst="roundRect">
            <a:avLst>
              <a:gd name="adj" fmla="val 12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5" name="SB_機能文1">
            <a:extLst>
              <a:ext uri="{FF2B5EF4-FFF2-40B4-BE49-F238E27FC236}">
                <a16:creationId xmlns:a16="http://schemas.microsoft.com/office/drawing/2014/main" id="{4220A268-C0A2-BE9E-39A0-01D4A42880E1}"/>
              </a:ext>
            </a:extLst>
          </p:cNvPr>
          <p:cNvSpPr txBox="1"/>
          <p:nvPr/>
        </p:nvSpPr>
        <p:spPr>
          <a:xfrm>
            <a:off x="4978400" y="2133600"/>
            <a:ext cx="3784600" cy="381000"/>
          </a:xfrm>
          <a:prstGeom prst="rect">
            <a:avLst/>
          </a:prstGeom>
          <a:noFill/>
        </p:spPr>
        <p:txBody>
          <a:bodyPr vert="horz" wrap="square" lIns="0" tIns="0" rIns="0" bIns="0" rtlCol="0" anchor="ctr">
            <a:noAutofit/>
          </a:bodyPr>
          <a:lstStyle/>
          <a:p>
            <a:r>
              <a:rPr lang="ja-JP" altLang="en-US" b="1" dirty="0">
                <a:solidFill>
                  <a:srgbClr val="2350B5"/>
                </a:solidFill>
                <a:latin typeface="Noto Sans JP" panose="020B0200000000000000" pitchFamily="50" charset="-128"/>
                <a:ea typeface="Noto Sans JP" panose="020B0200000000000000" pitchFamily="50" charset="-128"/>
              </a:rPr>
              <a:t>遅れても、残りを自動で組み直す</a:t>
            </a:r>
          </a:p>
        </p:txBody>
      </p:sp>
      <p:sp>
        <p:nvSpPr>
          <p:cNvPr id="16" name="SB_機能説明1">
            <a:extLst>
              <a:ext uri="{FF2B5EF4-FFF2-40B4-BE49-F238E27FC236}">
                <a16:creationId xmlns:a16="http://schemas.microsoft.com/office/drawing/2014/main" id="{CA1E9765-5AE6-310B-AD9C-0E4CEB6AAEB6}"/>
              </a:ext>
            </a:extLst>
          </p:cNvPr>
          <p:cNvSpPr txBox="1"/>
          <p:nvPr/>
        </p:nvSpPr>
        <p:spPr>
          <a:xfrm>
            <a:off x="4978400" y="2565400"/>
            <a:ext cx="3784600" cy="279400"/>
          </a:xfrm>
          <a:prstGeom prst="rect">
            <a:avLst/>
          </a:prstGeom>
          <a:noFill/>
        </p:spPr>
        <p:txBody>
          <a:bodyPr vert="horz" wrap="square" lIns="0" tIns="0" rIns="0" bIns="0" rtlCol="0" anchor="ctr">
            <a:noAutofit/>
          </a:bodyPr>
          <a:lstStyle/>
          <a:p>
            <a:r>
              <a:rPr lang="ja-JP" altLang="en-US" sz="1600" dirty="0">
                <a:solidFill>
                  <a:srgbClr val="4D5E6A"/>
                </a:solidFill>
                <a:latin typeface="Noto Sans JP" panose="020B0200000000000000" pitchFamily="50" charset="-128"/>
                <a:ea typeface="Noto Sans JP" panose="020B0200000000000000" pitchFamily="50" charset="-128"/>
              </a:rPr>
              <a:t>終わらなかった分は翌日以降に回る</a:t>
            </a:r>
          </a:p>
        </p:txBody>
      </p:sp>
      <p:sp>
        <p:nvSpPr>
          <p:cNvPr id="17" name="SB_悩み2">
            <a:extLst>
              <a:ext uri="{FF2B5EF4-FFF2-40B4-BE49-F238E27FC236}">
                <a16:creationId xmlns:a16="http://schemas.microsoft.com/office/drawing/2014/main" id="{5456A72D-ECD3-B5B0-F78A-AAF5760D7809}"/>
              </a:ext>
            </a:extLst>
          </p:cNvPr>
          <p:cNvSpPr/>
          <p:nvPr/>
        </p:nvSpPr>
        <p:spPr>
          <a:xfrm>
            <a:off x="279400" y="3124200"/>
            <a:ext cx="3708400" cy="1016000"/>
          </a:xfrm>
          <a:prstGeom prst="roundRect">
            <a:avLst>
              <a:gd name="adj" fmla="val 12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8" name="SB_タグ2">
            <a:extLst>
              <a:ext uri="{FF2B5EF4-FFF2-40B4-BE49-F238E27FC236}">
                <a16:creationId xmlns:a16="http://schemas.microsoft.com/office/drawing/2014/main" id="{0D8F2D8D-5111-254F-0234-1B4DD023606E}"/>
              </a:ext>
            </a:extLst>
          </p:cNvPr>
          <p:cNvSpPr/>
          <p:nvPr/>
        </p:nvSpPr>
        <p:spPr>
          <a:xfrm>
            <a:off x="406400" y="3467100"/>
            <a:ext cx="635000" cy="330200"/>
          </a:xfrm>
          <a:prstGeom prst="roundRect">
            <a:avLst>
              <a:gd name="adj" fmla="val 3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ja-JP" sz="1200" b="1">
                <a:solidFill>
                  <a:srgbClr val="FFFFFF"/>
                </a:solidFill>
                <a:latin typeface="Noto Sans JP" panose="020B0200000000000000" pitchFamily="50" charset="-128"/>
                <a:ea typeface="Noto Sans JP" panose="020B0200000000000000" pitchFamily="50" charset="-128"/>
              </a:rPr>
              <a:t>2</a:t>
            </a:r>
            <a:r>
              <a:rPr lang="ja-JP" altLang="en-US" sz="1200" b="1">
                <a:solidFill>
                  <a:srgbClr val="FFFFFF"/>
                </a:solidFill>
                <a:latin typeface="Noto Sans JP" panose="020B0200000000000000" pitchFamily="50" charset="-128"/>
                <a:ea typeface="Noto Sans JP" panose="020B0200000000000000" pitchFamily="50" charset="-128"/>
              </a:rPr>
              <a:t>位</a:t>
            </a:r>
          </a:p>
        </p:txBody>
      </p:sp>
      <p:sp>
        <p:nvSpPr>
          <p:cNvPr id="19" name="SB_悩み文2">
            <a:extLst>
              <a:ext uri="{FF2B5EF4-FFF2-40B4-BE49-F238E27FC236}">
                <a16:creationId xmlns:a16="http://schemas.microsoft.com/office/drawing/2014/main" id="{FCD40A74-1576-8B7F-0847-27A53E2D9E86}"/>
              </a:ext>
            </a:extLst>
          </p:cNvPr>
          <p:cNvSpPr txBox="1"/>
          <p:nvPr/>
        </p:nvSpPr>
        <p:spPr>
          <a:xfrm>
            <a:off x="1143000" y="3251200"/>
            <a:ext cx="2743200" cy="762000"/>
          </a:xfrm>
          <a:prstGeom prst="rect">
            <a:avLst/>
          </a:prstGeom>
          <a:noFill/>
        </p:spPr>
        <p:txBody>
          <a:bodyPr vert="horz" wrap="square" lIns="0" tIns="0" rIns="0" bIns="0" rtlCol="0" anchor="ctr">
            <a:noAutofit/>
          </a:bodyPr>
          <a:lstStyle/>
          <a:p>
            <a:r>
              <a:rPr lang="ja-JP" altLang="en-US" b="1" dirty="0">
                <a:solidFill>
                  <a:srgbClr val="1B2731"/>
                </a:solidFill>
                <a:latin typeface="Noto Sans JP" panose="020B0200000000000000" pitchFamily="50" charset="-128"/>
                <a:ea typeface="Noto Sans JP" panose="020B0200000000000000" pitchFamily="50" charset="-128"/>
              </a:rPr>
              <a:t>計画を立てるのが面倒</a:t>
            </a:r>
          </a:p>
        </p:txBody>
      </p:sp>
      <p:sp>
        <p:nvSpPr>
          <p:cNvPr id="20" name="SB_矢印2">
            <a:extLst>
              <a:ext uri="{FF2B5EF4-FFF2-40B4-BE49-F238E27FC236}">
                <a16:creationId xmlns:a16="http://schemas.microsoft.com/office/drawing/2014/main" id="{932F5F68-CEDC-45B3-6031-F2789F6DA2DA}"/>
              </a:ext>
            </a:extLst>
          </p:cNvPr>
          <p:cNvSpPr/>
          <p:nvPr/>
        </p:nvSpPr>
        <p:spPr>
          <a:xfrm>
            <a:off x="4089400" y="3467100"/>
            <a:ext cx="609600" cy="330200"/>
          </a:xfrm>
          <a:prstGeom prst="rightArrow">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1" name="SB_機能2">
            <a:extLst>
              <a:ext uri="{FF2B5EF4-FFF2-40B4-BE49-F238E27FC236}">
                <a16:creationId xmlns:a16="http://schemas.microsoft.com/office/drawing/2014/main" id="{DEDE5685-ED76-94B6-8074-E89A37E8AF60}"/>
              </a:ext>
            </a:extLst>
          </p:cNvPr>
          <p:cNvSpPr/>
          <p:nvPr/>
        </p:nvSpPr>
        <p:spPr>
          <a:xfrm>
            <a:off x="4800600" y="3124200"/>
            <a:ext cx="4064000" cy="1016000"/>
          </a:xfrm>
          <a:prstGeom prst="roundRect">
            <a:avLst>
              <a:gd name="adj" fmla="val 12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2" name="SB_機能文2">
            <a:extLst>
              <a:ext uri="{FF2B5EF4-FFF2-40B4-BE49-F238E27FC236}">
                <a16:creationId xmlns:a16="http://schemas.microsoft.com/office/drawing/2014/main" id="{CCA4CC4F-7366-2702-39A7-0108E736A095}"/>
              </a:ext>
            </a:extLst>
          </p:cNvPr>
          <p:cNvSpPr txBox="1"/>
          <p:nvPr/>
        </p:nvSpPr>
        <p:spPr>
          <a:xfrm>
            <a:off x="4978400" y="3276600"/>
            <a:ext cx="3784600" cy="381000"/>
          </a:xfrm>
          <a:prstGeom prst="rect">
            <a:avLst/>
          </a:prstGeom>
          <a:noFill/>
        </p:spPr>
        <p:txBody>
          <a:bodyPr vert="horz" wrap="square" lIns="0" tIns="0" rIns="0" bIns="0" rtlCol="0" anchor="ctr">
            <a:noAutofit/>
          </a:bodyPr>
          <a:lstStyle/>
          <a:p>
            <a:r>
              <a:rPr lang="en-US" altLang="ja-JP" b="1">
                <a:solidFill>
                  <a:srgbClr val="2350B5"/>
                </a:solidFill>
                <a:latin typeface="Noto Sans JP" panose="020B0200000000000000" pitchFamily="50" charset="-128"/>
                <a:ea typeface="Noto Sans JP" panose="020B0200000000000000" pitchFamily="50" charset="-128"/>
              </a:rPr>
              <a:t>3</a:t>
            </a:r>
            <a:r>
              <a:rPr lang="ja-JP" altLang="en-US" b="1">
                <a:solidFill>
                  <a:srgbClr val="2350B5"/>
                </a:solidFill>
                <a:latin typeface="Noto Sans JP" panose="020B0200000000000000" pitchFamily="50" charset="-128"/>
                <a:ea typeface="Noto Sans JP" panose="020B0200000000000000" pitchFamily="50" charset="-128"/>
              </a:rPr>
              <a:t>つ登録するだけで計画を自動作成</a:t>
            </a:r>
          </a:p>
        </p:txBody>
      </p:sp>
      <p:sp>
        <p:nvSpPr>
          <p:cNvPr id="23" name="SB_機能説明2">
            <a:extLst>
              <a:ext uri="{FF2B5EF4-FFF2-40B4-BE49-F238E27FC236}">
                <a16:creationId xmlns:a16="http://schemas.microsoft.com/office/drawing/2014/main" id="{2527668B-52E3-1469-E17B-00BF72EB2358}"/>
              </a:ext>
            </a:extLst>
          </p:cNvPr>
          <p:cNvSpPr txBox="1"/>
          <p:nvPr/>
        </p:nvSpPr>
        <p:spPr>
          <a:xfrm>
            <a:off x="4978400" y="3708400"/>
            <a:ext cx="3784600" cy="279400"/>
          </a:xfrm>
          <a:prstGeom prst="rect">
            <a:avLst/>
          </a:prstGeom>
          <a:noFill/>
        </p:spPr>
        <p:txBody>
          <a:bodyPr vert="horz" wrap="square" lIns="0" tIns="0" rIns="0" bIns="0" rtlCol="0" anchor="ctr">
            <a:noAutofit/>
          </a:bodyPr>
          <a:lstStyle/>
          <a:p>
            <a:r>
              <a:rPr lang="ja-JP" altLang="en-US" sz="1600">
                <a:solidFill>
                  <a:srgbClr val="4D5E6A"/>
                </a:solidFill>
                <a:latin typeface="Noto Sans JP" panose="020B0200000000000000" pitchFamily="50" charset="-128"/>
                <a:ea typeface="Noto Sans JP" panose="020B0200000000000000" pitchFamily="50" charset="-128"/>
              </a:rPr>
              <a:t>科目・試験日・いまの理解度</a:t>
            </a:r>
          </a:p>
        </p:txBody>
      </p:sp>
      <p:sp>
        <p:nvSpPr>
          <p:cNvPr id="24" name="SB_悩み3">
            <a:extLst>
              <a:ext uri="{FF2B5EF4-FFF2-40B4-BE49-F238E27FC236}">
                <a16:creationId xmlns:a16="http://schemas.microsoft.com/office/drawing/2014/main" id="{95045483-DE57-361A-81C1-C8DFD685D607}"/>
              </a:ext>
            </a:extLst>
          </p:cNvPr>
          <p:cNvSpPr/>
          <p:nvPr/>
        </p:nvSpPr>
        <p:spPr>
          <a:xfrm>
            <a:off x="279400" y="4267200"/>
            <a:ext cx="3708400" cy="1016000"/>
          </a:xfrm>
          <a:prstGeom prst="roundRect">
            <a:avLst>
              <a:gd name="adj" fmla="val 12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5" name="SB_タグ3">
            <a:extLst>
              <a:ext uri="{FF2B5EF4-FFF2-40B4-BE49-F238E27FC236}">
                <a16:creationId xmlns:a16="http://schemas.microsoft.com/office/drawing/2014/main" id="{971F4530-3D20-B73C-7EB0-DCAEB61520DD}"/>
              </a:ext>
            </a:extLst>
          </p:cNvPr>
          <p:cNvSpPr/>
          <p:nvPr/>
        </p:nvSpPr>
        <p:spPr>
          <a:xfrm>
            <a:off x="406400" y="4610100"/>
            <a:ext cx="635000" cy="330200"/>
          </a:xfrm>
          <a:prstGeom prst="roundRect">
            <a:avLst>
              <a:gd name="adj" fmla="val 3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ja-JP" sz="1200" b="1">
                <a:solidFill>
                  <a:srgbClr val="FFFFFF"/>
                </a:solidFill>
                <a:latin typeface="Noto Sans JP" panose="020B0200000000000000" pitchFamily="50" charset="-128"/>
                <a:ea typeface="Noto Sans JP" panose="020B0200000000000000" pitchFamily="50" charset="-128"/>
              </a:rPr>
              <a:t>3</a:t>
            </a:r>
            <a:r>
              <a:rPr lang="ja-JP" altLang="en-US" sz="1200" b="1">
                <a:solidFill>
                  <a:srgbClr val="FFFFFF"/>
                </a:solidFill>
                <a:latin typeface="Noto Sans JP" panose="020B0200000000000000" pitchFamily="50" charset="-128"/>
                <a:ea typeface="Noto Sans JP" panose="020B0200000000000000" pitchFamily="50" charset="-128"/>
              </a:rPr>
              <a:t>位</a:t>
            </a:r>
          </a:p>
        </p:txBody>
      </p:sp>
      <p:sp>
        <p:nvSpPr>
          <p:cNvPr id="26" name="SB_悩み文3">
            <a:extLst>
              <a:ext uri="{FF2B5EF4-FFF2-40B4-BE49-F238E27FC236}">
                <a16:creationId xmlns:a16="http://schemas.microsoft.com/office/drawing/2014/main" id="{8C6A2A6E-30EA-892D-9594-96D0F449EC05}"/>
              </a:ext>
            </a:extLst>
          </p:cNvPr>
          <p:cNvSpPr txBox="1"/>
          <p:nvPr/>
        </p:nvSpPr>
        <p:spPr>
          <a:xfrm>
            <a:off x="1143000" y="4394200"/>
            <a:ext cx="2743200" cy="762000"/>
          </a:xfrm>
          <a:prstGeom prst="rect">
            <a:avLst/>
          </a:prstGeom>
          <a:noFill/>
        </p:spPr>
        <p:txBody>
          <a:bodyPr vert="horz" wrap="square" lIns="0" tIns="0" rIns="0" bIns="0" rtlCol="0" anchor="ctr">
            <a:noAutofit/>
          </a:bodyPr>
          <a:lstStyle/>
          <a:p>
            <a:r>
              <a:rPr lang="ja-JP" altLang="en-US" b="1">
                <a:solidFill>
                  <a:srgbClr val="1B2731"/>
                </a:solidFill>
                <a:latin typeface="Noto Sans JP" panose="020B0200000000000000" pitchFamily="50" charset="-128"/>
                <a:ea typeface="Noto Sans JP" panose="020B0200000000000000" pitchFamily="50" charset="-128"/>
              </a:rPr>
              <a:t>計画の立て方が分からない</a:t>
            </a:r>
          </a:p>
        </p:txBody>
      </p:sp>
      <p:sp>
        <p:nvSpPr>
          <p:cNvPr id="27" name="SB_矢印3">
            <a:extLst>
              <a:ext uri="{FF2B5EF4-FFF2-40B4-BE49-F238E27FC236}">
                <a16:creationId xmlns:a16="http://schemas.microsoft.com/office/drawing/2014/main" id="{06C2CF53-2749-1FA5-576B-AE82D4148AD9}"/>
              </a:ext>
            </a:extLst>
          </p:cNvPr>
          <p:cNvSpPr/>
          <p:nvPr/>
        </p:nvSpPr>
        <p:spPr>
          <a:xfrm>
            <a:off x="4089400" y="4610100"/>
            <a:ext cx="609600" cy="330200"/>
          </a:xfrm>
          <a:prstGeom prst="rightArrow">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8" name="SB_機能3">
            <a:extLst>
              <a:ext uri="{FF2B5EF4-FFF2-40B4-BE49-F238E27FC236}">
                <a16:creationId xmlns:a16="http://schemas.microsoft.com/office/drawing/2014/main" id="{80BE7A58-BBD0-BA16-B76A-7AB1D3A85F7D}"/>
              </a:ext>
            </a:extLst>
          </p:cNvPr>
          <p:cNvSpPr/>
          <p:nvPr/>
        </p:nvSpPr>
        <p:spPr>
          <a:xfrm>
            <a:off x="4800600" y="4267200"/>
            <a:ext cx="4064000" cy="1016000"/>
          </a:xfrm>
          <a:prstGeom prst="roundRect">
            <a:avLst>
              <a:gd name="adj" fmla="val 12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9" name="SB_機能文3">
            <a:extLst>
              <a:ext uri="{FF2B5EF4-FFF2-40B4-BE49-F238E27FC236}">
                <a16:creationId xmlns:a16="http://schemas.microsoft.com/office/drawing/2014/main" id="{7FAFE051-17B0-0134-0512-3890C16BDD5B}"/>
              </a:ext>
            </a:extLst>
          </p:cNvPr>
          <p:cNvSpPr txBox="1"/>
          <p:nvPr/>
        </p:nvSpPr>
        <p:spPr>
          <a:xfrm>
            <a:off x="4978400" y="4419600"/>
            <a:ext cx="3784600" cy="381000"/>
          </a:xfrm>
          <a:prstGeom prst="rect">
            <a:avLst/>
          </a:prstGeom>
          <a:noFill/>
        </p:spPr>
        <p:txBody>
          <a:bodyPr vert="horz" wrap="square" lIns="0" tIns="0" rIns="0" bIns="0" rtlCol="0" anchor="ctr">
            <a:noAutofit/>
          </a:bodyPr>
          <a:lstStyle/>
          <a:p>
            <a:r>
              <a:rPr lang="ja-JP" altLang="en-US" b="1">
                <a:solidFill>
                  <a:srgbClr val="2350B5"/>
                </a:solidFill>
                <a:latin typeface="Noto Sans JP" panose="020B0200000000000000" pitchFamily="50" charset="-128"/>
                <a:ea typeface="Noto Sans JP" panose="020B0200000000000000" pitchFamily="50" charset="-128"/>
              </a:rPr>
              <a:t>試験日から逆算して毎日に配分</a:t>
            </a:r>
          </a:p>
        </p:txBody>
      </p:sp>
      <p:sp>
        <p:nvSpPr>
          <p:cNvPr id="30" name="SB_機能説明3">
            <a:extLst>
              <a:ext uri="{FF2B5EF4-FFF2-40B4-BE49-F238E27FC236}">
                <a16:creationId xmlns:a16="http://schemas.microsoft.com/office/drawing/2014/main" id="{7D86C19B-BFBD-4B75-3FD8-3C60AE4276D5}"/>
              </a:ext>
            </a:extLst>
          </p:cNvPr>
          <p:cNvSpPr txBox="1"/>
          <p:nvPr/>
        </p:nvSpPr>
        <p:spPr>
          <a:xfrm>
            <a:off x="4978400" y="4851400"/>
            <a:ext cx="3784600" cy="279400"/>
          </a:xfrm>
          <a:prstGeom prst="rect">
            <a:avLst/>
          </a:prstGeom>
          <a:noFill/>
        </p:spPr>
        <p:txBody>
          <a:bodyPr vert="horz" wrap="square" lIns="0" tIns="0" rIns="0" bIns="0" rtlCol="0" anchor="ctr">
            <a:noAutofit/>
          </a:bodyPr>
          <a:lstStyle/>
          <a:p>
            <a:r>
              <a:rPr lang="en-US" altLang="ja-JP" sz="1600">
                <a:solidFill>
                  <a:srgbClr val="4D5E6A"/>
                </a:solidFill>
                <a:latin typeface="Noto Sans JP" panose="020B0200000000000000" pitchFamily="50" charset="-128"/>
                <a:ea typeface="Noto Sans JP" panose="020B0200000000000000" pitchFamily="50" charset="-128"/>
              </a:rPr>
              <a:t>1</a:t>
            </a:r>
            <a:r>
              <a:rPr lang="ja-JP" altLang="en-US" sz="1600">
                <a:solidFill>
                  <a:srgbClr val="4D5E6A"/>
                </a:solidFill>
                <a:latin typeface="Noto Sans JP" panose="020B0200000000000000" pitchFamily="50" charset="-128"/>
                <a:ea typeface="Noto Sans JP" panose="020B0200000000000000" pitchFamily="50" charset="-128"/>
              </a:rPr>
              <a:t>週間前に一巡、直前</a:t>
            </a:r>
            <a:r>
              <a:rPr lang="en-US" altLang="ja-JP" sz="1600">
                <a:solidFill>
                  <a:srgbClr val="4D5E6A"/>
                </a:solidFill>
                <a:latin typeface="Noto Sans JP" panose="020B0200000000000000" pitchFamily="50" charset="-128"/>
                <a:ea typeface="Noto Sans JP" panose="020B0200000000000000" pitchFamily="50" charset="-128"/>
              </a:rPr>
              <a:t>3</a:t>
            </a:r>
            <a:r>
              <a:rPr lang="ja-JP" altLang="en-US" sz="1600">
                <a:solidFill>
                  <a:srgbClr val="4D5E6A"/>
                </a:solidFill>
                <a:latin typeface="Noto Sans JP" panose="020B0200000000000000" pitchFamily="50" charset="-128"/>
                <a:ea typeface="Noto Sans JP" panose="020B0200000000000000" pitchFamily="50" charset="-128"/>
              </a:rPr>
              <a:t>日は総復習</a:t>
            </a:r>
          </a:p>
        </p:txBody>
      </p:sp>
      <p:sp>
        <p:nvSpPr>
          <p:cNvPr id="31" name="SB_悩み4">
            <a:extLst>
              <a:ext uri="{FF2B5EF4-FFF2-40B4-BE49-F238E27FC236}">
                <a16:creationId xmlns:a16="http://schemas.microsoft.com/office/drawing/2014/main" id="{0581F79E-4123-A93A-EF0C-70E37A7F5798}"/>
              </a:ext>
            </a:extLst>
          </p:cNvPr>
          <p:cNvSpPr/>
          <p:nvPr/>
        </p:nvSpPr>
        <p:spPr>
          <a:xfrm>
            <a:off x="279400" y="5410200"/>
            <a:ext cx="3708400" cy="1016000"/>
          </a:xfrm>
          <a:prstGeom prst="roundRect">
            <a:avLst>
              <a:gd name="adj" fmla="val 12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2" name="SB_タグ4">
            <a:extLst>
              <a:ext uri="{FF2B5EF4-FFF2-40B4-BE49-F238E27FC236}">
                <a16:creationId xmlns:a16="http://schemas.microsoft.com/office/drawing/2014/main" id="{53DD8627-B00C-CD2F-78BA-BDD0331FE1EC}"/>
              </a:ext>
            </a:extLst>
          </p:cNvPr>
          <p:cNvSpPr/>
          <p:nvPr/>
        </p:nvSpPr>
        <p:spPr>
          <a:xfrm>
            <a:off x="406400" y="5753100"/>
            <a:ext cx="635000" cy="330200"/>
          </a:xfrm>
          <a:prstGeom prst="roundRect">
            <a:avLst>
              <a:gd name="adj" fmla="val 30000"/>
            </a:avLst>
          </a:prstGeom>
          <a:solidFill>
            <a:srgbClr val="D02F2B"/>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ja-JP" altLang="en-US" sz="1200" b="1">
                <a:solidFill>
                  <a:srgbClr val="FFFFFF"/>
                </a:solidFill>
                <a:latin typeface="Noto Sans JP" panose="020B0200000000000000" pitchFamily="50" charset="-128"/>
                <a:ea typeface="Noto Sans JP" panose="020B0200000000000000" pitchFamily="50" charset="-128"/>
              </a:rPr>
              <a:t>悪循環</a:t>
            </a:r>
          </a:p>
        </p:txBody>
      </p:sp>
      <p:sp>
        <p:nvSpPr>
          <p:cNvPr id="33" name="SB_悩み文4">
            <a:extLst>
              <a:ext uri="{FF2B5EF4-FFF2-40B4-BE49-F238E27FC236}">
                <a16:creationId xmlns:a16="http://schemas.microsoft.com/office/drawing/2014/main" id="{71AFCE6C-AD78-8E73-E4AA-65B21CE7A9C5}"/>
              </a:ext>
            </a:extLst>
          </p:cNvPr>
          <p:cNvSpPr txBox="1"/>
          <p:nvPr/>
        </p:nvSpPr>
        <p:spPr>
          <a:xfrm>
            <a:off x="1143000" y="5537200"/>
            <a:ext cx="2743200" cy="762000"/>
          </a:xfrm>
          <a:prstGeom prst="rect">
            <a:avLst/>
          </a:prstGeom>
          <a:noFill/>
        </p:spPr>
        <p:txBody>
          <a:bodyPr vert="horz" wrap="square" lIns="0" tIns="0" rIns="0" bIns="0" rtlCol="0" anchor="ctr">
            <a:noAutofit/>
          </a:bodyPr>
          <a:lstStyle/>
          <a:p>
            <a:r>
              <a:rPr lang="ja-JP" altLang="en-US" b="1">
                <a:solidFill>
                  <a:srgbClr val="1B2731"/>
                </a:solidFill>
                <a:latin typeface="Noto Sans JP" panose="020B0200000000000000" pitchFamily="50" charset="-128"/>
                <a:ea typeface="Noto Sans JP" panose="020B0200000000000000" pitchFamily="50" charset="-128"/>
              </a:rPr>
              <a:t>苦手な科目が後回しになる</a:t>
            </a:r>
          </a:p>
        </p:txBody>
      </p:sp>
      <p:sp>
        <p:nvSpPr>
          <p:cNvPr id="34" name="SB_矢印4">
            <a:extLst>
              <a:ext uri="{FF2B5EF4-FFF2-40B4-BE49-F238E27FC236}">
                <a16:creationId xmlns:a16="http://schemas.microsoft.com/office/drawing/2014/main" id="{FAEA8F12-5F6D-5356-2597-CF551AC61968}"/>
              </a:ext>
            </a:extLst>
          </p:cNvPr>
          <p:cNvSpPr/>
          <p:nvPr/>
        </p:nvSpPr>
        <p:spPr>
          <a:xfrm>
            <a:off x="4089400" y="5753100"/>
            <a:ext cx="609600" cy="330200"/>
          </a:xfrm>
          <a:prstGeom prst="rightArrow">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5" name="SB_機能4">
            <a:extLst>
              <a:ext uri="{FF2B5EF4-FFF2-40B4-BE49-F238E27FC236}">
                <a16:creationId xmlns:a16="http://schemas.microsoft.com/office/drawing/2014/main" id="{8968B159-5DBA-5D15-84C9-A10E57E9C4C6}"/>
              </a:ext>
            </a:extLst>
          </p:cNvPr>
          <p:cNvSpPr/>
          <p:nvPr/>
        </p:nvSpPr>
        <p:spPr>
          <a:xfrm>
            <a:off x="4800600" y="5410200"/>
            <a:ext cx="4064000" cy="1016000"/>
          </a:xfrm>
          <a:prstGeom prst="roundRect">
            <a:avLst>
              <a:gd name="adj" fmla="val 12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36" name="SB_機能文4">
            <a:extLst>
              <a:ext uri="{FF2B5EF4-FFF2-40B4-BE49-F238E27FC236}">
                <a16:creationId xmlns:a16="http://schemas.microsoft.com/office/drawing/2014/main" id="{3E734B70-C4BE-890B-F79C-F87AA2F0621E}"/>
              </a:ext>
            </a:extLst>
          </p:cNvPr>
          <p:cNvSpPr txBox="1"/>
          <p:nvPr/>
        </p:nvSpPr>
        <p:spPr>
          <a:xfrm>
            <a:off x="4978400" y="5562600"/>
            <a:ext cx="3784600" cy="381000"/>
          </a:xfrm>
          <a:prstGeom prst="rect">
            <a:avLst/>
          </a:prstGeom>
          <a:noFill/>
        </p:spPr>
        <p:txBody>
          <a:bodyPr vert="horz" wrap="square" lIns="0" tIns="0" rIns="0" bIns="0" rtlCol="0" anchor="ctr">
            <a:noAutofit/>
          </a:bodyPr>
          <a:lstStyle/>
          <a:p>
            <a:r>
              <a:rPr lang="ja-JP" altLang="en-US" b="1">
                <a:solidFill>
                  <a:srgbClr val="2350B5"/>
                </a:solidFill>
                <a:latin typeface="Noto Sans JP" panose="020B0200000000000000" pitchFamily="50" charset="-128"/>
                <a:ea typeface="Noto Sans JP" panose="020B0200000000000000" pitchFamily="50" charset="-128"/>
              </a:rPr>
              <a:t>苦手な科目ほど多く・早めに</a:t>
            </a:r>
          </a:p>
        </p:txBody>
      </p:sp>
      <p:sp>
        <p:nvSpPr>
          <p:cNvPr id="37" name="SB_機能説明4">
            <a:extLst>
              <a:ext uri="{FF2B5EF4-FFF2-40B4-BE49-F238E27FC236}">
                <a16:creationId xmlns:a16="http://schemas.microsoft.com/office/drawing/2014/main" id="{63583F8E-A6F8-EB65-62C4-9A956089DB95}"/>
              </a:ext>
            </a:extLst>
          </p:cNvPr>
          <p:cNvSpPr txBox="1"/>
          <p:nvPr/>
        </p:nvSpPr>
        <p:spPr>
          <a:xfrm>
            <a:off x="4978400" y="5994400"/>
            <a:ext cx="3784600" cy="279400"/>
          </a:xfrm>
          <a:prstGeom prst="rect">
            <a:avLst/>
          </a:prstGeom>
          <a:noFill/>
        </p:spPr>
        <p:txBody>
          <a:bodyPr vert="horz" wrap="square" lIns="0" tIns="0" rIns="0" bIns="0" rtlCol="0" anchor="ctr">
            <a:noAutofit/>
          </a:bodyPr>
          <a:lstStyle/>
          <a:p>
            <a:r>
              <a:rPr lang="ja-JP" altLang="en-US" sz="1600">
                <a:solidFill>
                  <a:srgbClr val="4D5E6A"/>
                </a:solidFill>
                <a:latin typeface="Noto Sans JP" panose="020B0200000000000000" pitchFamily="50" charset="-128"/>
                <a:ea typeface="Noto Sans JP" panose="020B0200000000000000" pitchFamily="50" charset="-128"/>
              </a:rPr>
              <a:t>理解度が低いほど時間を多く見積もる</a:t>
            </a:r>
          </a:p>
        </p:txBody>
      </p:sp>
      <p:pic>
        <p:nvPicPr>
          <p:cNvPr id="39" name="LOGO_帯">
            <a:extLst>
              <a:ext uri="{FF2B5EF4-FFF2-40B4-BE49-F238E27FC236}">
                <a16:creationId xmlns:a16="http://schemas.microsoft.com/office/drawing/2014/main" id="{A28E2943-ECF5-8C5E-7D1D-467B6896E89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295206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37069E48-CBFA-F395-43B3-B98BA242EE77}"/>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P04</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50768"/>
            <a:ext cx="4826962" cy="600164"/>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300" b="1">
                <a:solidFill>
                  <a:schemeClr val="bg1"/>
                </a:solidFill>
                <a:latin typeface="Noto Sans JP" panose="020B0200000000000000" pitchFamily="50" charset="-128"/>
                <a:ea typeface="Noto Sans JP" panose="020B0200000000000000" pitchFamily="50" charset="-128"/>
              </a:rPr>
              <a:t>機能① </a:t>
            </a:r>
            <a:r>
              <a:rPr lang="en-US" altLang="ja-JP" sz="3300" b="1">
                <a:solidFill>
                  <a:schemeClr val="bg1"/>
                </a:solidFill>
                <a:latin typeface="Noto Sans JP" panose="020B0200000000000000" pitchFamily="50" charset="-128"/>
                <a:ea typeface="Noto Sans JP" panose="020B0200000000000000" pitchFamily="50" charset="-128"/>
              </a:rPr>
              <a:t>-</a:t>
            </a:r>
            <a:r>
              <a:rPr lang="ja-JP" altLang="en-US" sz="3300" b="1">
                <a:solidFill>
                  <a:schemeClr val="bg1"/>
                </a:solidFill>
                <a:latin typeface="Noto Sans JP" panose="020B0200000000000000" pitchFamily="50" charset="-128"/>
                <a:ea typeface="Noto Sans JP" panose="020B0200000000000000" pitchFamily="50" charset="-128"/>
              </a:rPr>
              <a:t>学習情報の登録</a:t>
            </a:r>
            <a:r>
              <a:rPr lang="en-US" altLang="ja-JP" sz="3300" b="1">
                <a:solidFill>
                  <a:schemeClr val="bg1"/>
                </a:solidFill>
                <a:latin typeface="Noto Sans JP" panose="020B0200000000000000" pitchFamily="50" charset="-128"/>
                <a:ea typeface="Noto Sans JP" panose="020B0200000000000000" pitchFamily="50" charset="-128"/>
              </a:rPr>
              <a:t>-</a:t>
            </a:r>
            <a:endParaRPr lang="ja-JP" altLang="en-US" sz="3300" b="1" dirty="0">
              <a:solidFill>
                <a:schemeClr val="bg1"/>
              </a:solidFill>
              <a:latin typeface="Noto Sans JP" panose="020B0200000000000000" pitchFamily="50" charset="-128"/>
              <a:ea typeface="Noto Sans JP" panose="020B0200000000000000" pitchFamily="50" charset="-128"/>
            </a:endParaRPr>
          </a:p>
        </p:txBody>
      </p:sp>
      <p:sp>
        <p:nvSpPr>
          <p:cNvPr id="2" name="F_手順1">
            <a:extLst>
              <a:ext uri="{FF2B5EF4-FFF2-40B4-BE49-F238E27FC236}">
                <a16:creationId xmlns:a16="http://schemas.microsoft.com/office/drawing/2014/main" id="{F669F9EF-0FBE-2C6D-726A-6A22C3624C33}"/>
              </a:ext>
            </a:extLst>
          </p:cNvPr>
          <p:cNvSpPr/>
          <p:nvPr/>
        </p:nvSpPr>
        <p:spPr>
          <a:xfrm>
            <a:off x="228600" y="1270000"/>
            <a:ext cx="4495800" cy="482600"/>
          </a:xfrm>
          <a:prstGeom prst="roundRect">
            <a:avLst>
              <a:gd name="adj" fmla="val 2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F_手順番号1">
            <a:extLst>
              <a:ext uri="{FF2B5EF4-FFF2-40B4-BE49-F238E27FC236}">
                <a16:creationId xmlns:a16="http://schemas.microsoft.com/office/drawing/2014/main" id="{6A1F1C11-08D8-6475-48AA-14DE21B57CA8}"/>
              </a:ext>
            </a:extLst>
          </p:cNvPr>
          <p:cNvSpPr/>
          <p:nvPr/>
        </p:nvSpPr>
        <p:spPr>
          <a:xfrm>
            <a:off x="355600" y="1371600"/>
            <a:ext cx="279400" cy="279400"/>
          </a:xfrm>
          <a:prstGeom prst="roundRect">
            <a:avLst>
              <a:gd name="adj" fmla="val 2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FFFFFF"/>
                </a:solidFill>
                <a:latin typeface="Noto Sans JP" panose="020B0200000000000000" pitchFamily="50" charset="-128"/>
              </a:rPr>
              <a:t>1</a:t>
            </a:r>
            <a:endParaRPr kumimoji="1" lang="ja-JP" altLang="en-US" sz="1300" b="1">
              <a:solidFill>
                <a:srgbClr val="FFFFFF"/>
              </a:solidFill>
              <a:latin typeface="Noto Sans JP" panose="020B0200000000000000" pitchFamily="50" charset="-128"/>
            </a:endParaRPr>
          </a:p>
        </p:txBody>
      </p:sp>
      <p:sp>
        <p:nvSpPr>
          <p:cNvPr id="7" name="F_手順文1">
            <a:extLst>
              <a:ext uri="{FF2B5EF4-FFF2-40B4-BE49-F238E27FC236}">
                <a16:creationId xmlns:a16="http://schemas.microsoft.com/office/drawing/2014/main" id="{EF52E935-A75D-7800-3CEF-C19062183503}"/>
              </a:ext>
            </a:extLst>
          </p:cNvPr>
          <p:cNvSpPr txBox="1"/>
          <p:nvPr/>
        </p:nvSpPr>
        <p:spPr>
          <a:xfrm>
            <a:off x="762000" y="1325986"/>
            <a:ext cx="3886200" cy="369332"/>
          </a:xfrm>
          <a:prstGeom prst="rect">
            <a:avLst/>
          </a:prstGeom>
          <a:noFill/>
        </p:spPr>
        <p:txBody>
          <a:bodyPr vert="horz" wrap="square" lIns="0" tIns="0" rIns="0" bIns="0" rtlCol="0" anchor="ctr">
            <a:noAutofit/>
          </a:bodyPr>
          <a:lstStyle/>
          <a:p>
            <a:r>
              <a:rPr kumimoji="1" lang="ja-JP" altLang="en-US" sz="1600" b="1">
                <a:solidFill>
                  <a:srgbClr val="1B2731"/>
                </a:solidFill>
                <a:latin typeface="Noto Sans JP" panose="020B0200000000000000" pitchFamily="50" charset="-128"/>
                <a:ea typeface="Noto Sans JP" panose="020B0200000000000000" pitchFamily="50" charset="-128"/>
              </a:rPr>
              <a:t>科目名と試験日を入力</a:t>
            </a:r>
            <a:r>
              <a:rPr kumimoji="1" lang="ja-JP" altLang="en-US" sz="1600" b="1">
                <a:solidFill>
                  <a:srgbClr val="2350B5"/>
                </a:solidFill>
                <a:latin typeface="Noto Sans JP" panose="020B0200000000000000" pitchFamily="50" charset="-128"/>
                <a:ea typeface="Noto Sans JP" panose="020B0200000000000000" pitchFamily="50" charset="-128"/>
              </a:rPr>
              <a:t>（画面</a:t>
            </a:r>
            <a:r>
              <a:rPr kumimoji="1" lang="en-US" altLang="ja-JP" sz="1600" b="1">
                <a:solidFill>
                  <a:srgbClr val="2350B5"/>
                </a:solidFill>
                <a:latin typeface="Noto Sans JP" panose="020B0200000000000000" pitchFamily="50" charset="-128"/>
                <a:ea typeface="Noto Sans JP" panose="020B0200000000000000" pitchFamily="50" charset="-128"/>
              </a:rPr>
              <a:t>1</a:t>
            </a:r>
            <a:r>
              <a:rPr kumimoji="1" lang="ja-JP" altLang="en-US" sz="1600" b="1">
                <a:solidFill>
                  <a:srgbClr val="2350B5"/>
                </a:solidFill>
                <a:latin typeface="Noto Sans JP" panose="020B0200000000000000" pitchFamily="50" charset="-128"/>
                <a:ea typeface="Noto Sans JP" panose="020B0200000000000000" pitchFamily="50" charset="-128"/>
              </a:rPr>
              <a:t>）</a:t>
            </a:r>
          </a:p>
        </p:txBody>
      </p:sp>
      <p:sp>
        <p:nvSpPr>
          <p:cNvPr id="10" name="F_手順2">
            <a:extLst>
              <a:ext uri="{FF2B5EF4-FFF2-40B4-BE49-F238E27FC236}">
                <a16:creationId xmlns:a16="http://schemas.microsoft.com/office/drawing/2014/main" id="{CBE159EA-5A11-2C83-095A-60A6A9AC53DC}"/>
              </a:ext>
            </a:extLst>
          </p:cNvPr>
          <p:cNvSpPr/>
          <p:nvPr/>
        </p:nvSpPr>
        <p:spPr>
          <a:xfrm>
            <a:off x="228600" y="1854200"/>
            <a:ext cx="4495800" cy="482600"/>
          </a:xfrm>
          <a:prstGeom prst="roundRect">
            <a:avLst>
              <a:gd name="adj" fmla="val 2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F_手順番号2">
            <a:extLst>
              <a:ext uri="{FF2B5EF4-FFF2-40B4-BE49-F238E27FC236}">
                <a16:creationId xmlns:a16="http://schemas.microsoft.com/office/drawing/2014/main" id="{40AD357D-8136-ABB4-96D6-53D1071FFC27}"/>
              </a:ext>
            </a:extLst>
          </p:cNvPr>
          <p:cNvSpPr/>
          <p:nvPr/>
        </p:nvSpPr>
        <p:spPr>
          <a:xfrm>
            <a:off x="355600" y="1955800"/>
            <a:ext cx="279400" cy="279400"/>
          </a:xfrm>
          <a:prstGeom prst="roundRect">
            <a:avLst>
              <a:gd name="adj" fmla="val 2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FFFFFF"/>
                </a:solidFill>
                <a:latin typeface="Noto Sans JP" panose="020B0200000000000000" pitchFamily="50" charset="-128"/>
              </a:rPr>
              <a:t>2</a:t>
            </a:r>
            <a:endParaRPr kumimoji="1" lang="ja-JP" altLang="en-US" sz="1300" b="1">
              <a:solidFill>
                <a:srgbClr val="FFFFFF"/>
              </a:solidFill>
              <a:latin typeface="Noto Sans JP" panose="020B0200000000000000" pitchFamily="50" charset="-128"/>
            </a:endParaRPr>
          </a:p>
        </p:txBody>
      </p:sp>
      <p:sp>
        <p:nvSpPr>
          <p:cNvPr id="12" name="F_手順文2">
            <a:extLst>
              <a:ext uri="{FF2B5EF4-FFF2-40B4-BE49-F238E27FC236}">
                <a16:creationId xmlns:a16="http://schemas.microsoft.com/office/drawing/2014/main" id="{6E4FA03E-2C98-665E-8F4C-B0DBB1E89FCA}"/>
              </a:ext>
            </a:extLst>
          </p:cNvPr>
          <p:cNvSpPr txBox="1"/>
          <p:nvPr/>
        </p:nvSpPr>
        <p:spPr>
          <a:xfrm>
            <a:off x="762000" y="1910186"/>
            <a:ext cx="3886200" cy="369332"/>
          </a:xfrm>
          <a:prstGeom prst="rect">
            <a:avLst/>
          </a:prstGeom>
          <a:noFill/>
        </p:spPr>
        <p:txBody>
          <a:bodyPr vert="horz" wrap="square" lIns="0" tIns="0" rIns="0" bIns="0" rtlCol="0" anchor="ctr">
            <a:noAutofit/>
          </a:bodyPr>
          <a:lstStyle/>
          <a:p>
            <a:r>
              <a:rPr kumimoji="1" lang="ja-JP" altLang="en-US" sz="1600" b="1">
                <a:solidFill>
                  <a:srgbClr val="1B2731"/>
                </a:solidFill>
                <a:latin typeface="Noto Sans JP" panose="020B0200000000000000" pitchFamily="50" charset="-128"/>
                <a:ea typeface="Noto Sans JP" panose="020B0200000000000000" pitchFamily="50" charset="-128"/>
              </a:rPr>
              <a:t>いまの理解度を</a:t>
            </a:r>
            <a:r>
              <a:rPr kumimoji="1" lang="en-US" altLang="ja-JP" sz="1600" b="1">
                <a:solidFill>
                  <a:srgbClr val="1B2731"/>
                </a:solidFill>
                <a:latin typeface="Noto Sans JP" panose="020B0200000000000000" pitchFamily="50" charset="-128"/>
                <a:ea typeface="Noto Sans JP" panose="020B0200000000000000" pitchFamily="50" charset="-128"/>
              </a:rPr>
              <a:t>5</a:t>
            </a:r>
            <a:r>
              <a:rPr kumimoji="1" lang="ja-JP" altLang="en-US" sz="1600" b="1">
                <a:solidFill>
                  <a:srgbClr val="1B2731"/>
                </a:solidFill>
                <a:latin typeface="Noto Sans JP" panose="020B0200000000000000" pitchFamily="50" charset="-128"/>
                <a:ea typeface="Noto Sans JP" panose="020B0200000000000000" pitchFamily="50" charset="-128"/>
              </a:rPr>
              <a:t>段階で選ぶ</a:t>
            </a:r>
            <a:r>
              <a:rPr kumimoji="1" lang="ja-JP" altLang="en-US" sz="1600" b="1">
                <a:solidFill>
                  <a:srgbClr val="2350B5"/>
                </a:solidFill>
                <a:latin typeface="Noto Sans JP" panose="020B0200000000000000" pitchFamily="50" charset="-128"/>
                <a:ea typeface="Noto Sans JP" panose="020B0200000000000000" pitchFamily="50" charset="-128"/>
              </a:rPr>
              <a:t>（画面</a:t>
            </a:r>
            <a:r>
              <a:rPr kumimoji="1" lang="en-US" altLang="ja-JP" sz="1600" b="1">
                <a:solidFill>
                  <a:srgbClr val="2350B5"/>
                </a:solidFill>
                <a:latin typeface="Noto Sans JP" panose="020B0200000000000000" pitchFamily="50" charset="-128"/>
                <a:ea typeface="Noto Sans JP" panose="020B0200000000000000" pitchFamily="50" charset="-128"/>
              </a:rPr>
              <a:t>1</a:t>
            </a:r>
            <a:r>
              <a:rPr kumimoji="1" lang="ja-JP" altLang="en-US" sz="1600" b="1">
                <a:solidFill>
                  <a:srgbClr val="2350B5"/>
                </a:solidFill>
                <a:latin typeface="Noto Sans JP" panose="020B0200000000000000" pitchFamily="50" charset="-128"/>
                <a:ea typeface="Noto Sans JP" panose="020B0200000000000000" pitchFamily="50" charset="-128"/>
              </a:rPr>
              <a:t>）</a:t>
            </a:r>
          </a:p>
        </p:txBody>
      </p:sp>
      <p:sp>
        <p:nvSpPr>
          <p:cNvPr id="13" name="F_手順3">
            <a:extLst>
              <a:ext uri="{FF2B5EF4-FFF2-40B4-BE49-F238E27FC236}">
                <a16:creationId xmlns:a16="http://schemas.microsoft.com/office/drawing/2014/main" id="{AC49A8C0-C30E-834F-A117-7AC1C8E693A2}"/>
              </a:ext>
            </a:extLst>
          </p:cNvPr>
          <p:cNvSpPr/>
          <p:nvPr/>
        </p:nvSpPr>
        <p:spPr>
          <a:xfrm>
            <a:off x="228600" y="2438400"/>
            <a:ext cx="4495800" cy="482600"/>
          </a:xfrm>
          <a:prstGeom prst="roundRect">
            <a:avLst>
              <a:gd name="adj" fmla="val 2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F_手順番号3">
            <a:extLst>
              <a:ext uri="{FF2B5EF4-FFF2-40B4-BE49-F238E27FC236}">
                <a16:creationId xmlns:a16="http://schemas.microsoft.com/office/drawing/2014/main" id="{02E10559-D83A-679D-EE8B-2564D69223CF}"/>
              </a:ext>
            </a:extLst>
          </p:cNvPr>
          <p:cNvSpPr/>
          <p:nvPr/>
        </p:nvSpPr>
        <p:spPr>
          <a:xfrm>
            <a:off x="355600" y="2540000"/>
            <a:ext cx="279400" cy="279400"/>
          </a:xfrm>
          <a:prstGeom prst="roundRect">
            <a:avLst>
              <a:gd name="adj" fmla="val 2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FFFFFF"/>
                </a:solidFill>
                <a:latin typeface="Noto Sans JP" panose="020B0200000000000000" pitchFamily="50" charset="-128"/>
              </a:rPr>
              <a:t>3</a:t>
            </a:r>
            <a:endParaRPr kumimoji="1" lang="ja-JP" altLang="en-US" sz="1300" b="1">
              <a:solidFill>
                <a:srgbClr val="FFFFFF"/>
              </a:solidFill>
              <a:latin typeface="Noto Sans JP" panose="020B0200000000000000" pitchFamily="50" charset="-128"/>
            </a:endParaRPr>
          </a:p>
        </p:txBody>
      </p:sp>
      <p:sp>
        <p:nvSpPr>
          <p:cNvPr id="15" name="F_手順文3">
            <a:extLst>
              <a:ext uri="{FF2B5EF4-FFF2-40B4-BE49-F238E27FC236}">
                <a16:creationId xmlns:a16="http://schemas.microsoft.com/office/drawing/2014/main" id="{951B547E-AE02-22F5-3871-002B3346DE9C}"/>
              </a:ext>
            </a:extLst>
          </p:cNvPr>
          <p:cNvSpPr txBox="1"/>
          <p:nvPr/>
        </p:nvSpPr>
        <p:spPr>
          <a:xfrm>
            <a:off x="762000" y="2494386"/>
            <a:ext cx="38862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単元を</a:t>
            </a:r>
            <a:r>
              <a:rPr kumimoji="1" lang="en-US" altLang="ja-JP" sz="1600" b="1" dirty="0">
                <a:solidFill>
                  <a:srgbClr val="1B2731"/>
                </a:solidFill>
                <a:latin typeface="Noto Sans JP" panose="020B0200000000000000" pitchFamily="50" charset="-128"/>
                <a:ea typeface="Noto Sans JP" panose="020B0200000000000000" pitchFamily="50" charset="-128"/>
              </a:rPr>
              <a:t>1</a:t>
            </a:r>
            <a:r>
              <a:rPr kumimoji="1" lang="ja-JP" altLang="en-US" sz="1600" b="1" dirty="0">
                <a:solidFill>
                  <a:srgbClr val="1B2731"/>
                </a:solidFill>
                <a:latin typeface="Noto Sans JP" panose="020B0200000000000000" pitchFamily="50" charset="-128"/>
                <a:ea typeface="Noto Sans JP" panose="020B0200000000000000" pitchFamily="50" charset="-128"/>
              </a:rPr>
              <a:t>行に</a:t>
            </a:r>
            <a:r>
              <a:rPr kumimoji="1" lang="en-US" altLang="ja-JP" sz="1600" b="1" dirty="0">
                <a:solidFill>
                  <a:srgbClr val="1B2731"/>
                </a:solidFill>
                <a:latin typeface="Noto Sans JP" panose="020B0200000000000000" pitchFamily="50" charset="-128"/>
                <a:ea typeface="Noto Sans JP" panose="020B0200000000000000" pitchFamily="50" charset="-128"/>
              </a:rPr>
              <a:t>1</a:t>
            </a:r>
            <a:r>
              <a:rPr kumimoji="1" lang="ja-JP" altLang="en-US" sz="1600" b="1" dirty="0">
                <a:solidFill>
                  <a:srgbClr val="1B2731"/>
                </a:solidFill>
                <a:latin typeface="Noto Sans JP" panose="020B0200000000000000" pitchFamily="50" charset="-128"/>
                <a:ea typeface="Noto Sans JP" panose="020B0200000000000000" pitchFamily="50" charset="-128"/>
              </a:rPr>
              <a:t>つ入力</a:t>
            </a:r>
            <a:r>
              <a:rPr kumimoji="1" lang="ja-JP" altLang="en-US" sz="1600" b="1" dirty="0">
                <a:solidFill>
                  <a:srgbClr val="2350B5"/>
                </a:solidFill>
                <a:latin typeface="Noto Sans JP" panose="020B0200000000000000" pitchFamily="50" charset="-128"/>
                <a:ea typeface="Noto Sans JP" panose="020B0200000000000000" pitchFamily="50" charset="-128"/>
              </a:rPr>
              <a:t>（画面</a:t>
            </a:r>
            <a:r>
              <a:rPr kumimoji="1" lang="en-US" altLang="ja-JP" sz="1600" b="1" dirty="0">
                <a:solidFill>
                  <a:srgbClr val="2350B5"/>
                </a:solidFill>
                <a:latin typeface="Noto Sans JP" panose="020B0200000000000000" pitchFamily="50" charset="-128"/>
                <a:ea typeface="Noto Sans JP" panose="020B0200000000000000" pitchFamily="50" charset="-128"/>
              </a:rPr>
              <a:t>2</a:t>
            </a:r>
            <a:r>
              <a:rPr kumimoji="1" lang="ja-JP" altLang="en-US" sz="1600" b="1" dirty="0">
                <a:solidFill>
                  <a:srgbClr val="2350B5"/>
                </a:solidFill>
                <a:latin typeface="Noto Sans JP" panose="020B0200000000000000" pitchFamily="50" charset="-128"/>
                <a:ea typeface="Noto Sans JP" panose="020B0200000000000000" pitchFamily="50" charset="-128"/>
              </a:rPr>
              <a:t>）</a:t>
            </a:r>
          </a:p>
        </p:txBody>
      </p:sp>
      <p:sp>
        <p:nvSpPr>
          <p:cNvPr id="16" name="F_説明枠1">
            <a:extLst>
              <a:ext uri="{FF2B5EF4-FFF2-40B4-BE49-F238E27FC236}">
                <a16:creationId xmlns:a16="http://schemas.microsoft.com/office/drawing/2014/main" id="{3086AC86-29B5-F48D-D6F0-3E6D9DE1CEE9}"/>
              </a:ext>
            </a:extLst>
          </p:cNvPr>
          <p:cNvSpPr/>
          <p:nvPr/>
        </p:nvSpPr>
        <p:spPr>
          <a:xfrm>
            <a:off x="228600" y="3098800"/>
            <a:ext cx="4495800" cy="1625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F_説明点1">
            <a:extLst>
              <a:ext uri="{FF2B5EF4-FFF2-40B4-BE49-F238E27FC236}">
                <a16:creationId xmlns:a16="http://schemas.microsoft.com/office/drawing/2014/main" id="{09C4E452-63E8-E0CC-9F60-4A776D845EC3}"/>
              </a:ext>
            </a:extLst>
          </p:cNvPr>
          <p:cNvSpPr/>
          <p:nvPr/>
        </p:nvSpPr>
        <p:spPr>
          <a:xfrm>
            <a:off x="381000" y="32385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F_説明題1">
            <a:extLst>
              <a:ext uri="{FF2B5EF4-FFF2-40B4-BE49-F238E27FC236}">
                <a16:creationId xmlns:a16="http://schemas.microsoft.com/office/drawing/2014/main" id="{88B836B3-F301-C9D1-0C61-331FE96DD32A}"/>
              </a:ext>
            </a:extLst>
          </p:cNvPr>
          <p:cNvSpPr txBox="1"/>
          <p:nvPr/>
        </p:nvSpPr>
        <p:spPr>
          <a:xfrm>
            <a:off x="609600" y="3112276"/>
            <a:ext cx="40132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必要な学習時間がすぐ分かる</a:t>
            </a:r>
          </a:p>
        </p:txBody>
      </p:sp>
      <p:sp>
        <p:nvSpPr>
          <p:cNvPr id="19" name="F_説明白1">
            <a:extLst>
              <a:ext uri="{FF2B5EF4-FFF2-40B4-BE49-F238E27FC236}">
                <a16:creationId xmlns:a16="http://schemas.microsoft.com/office/drawing/2014/main" id="{CEA0B933-06CD-9E5B-3E96-1229BD761AC5}"/>
              </a:ext>
            </a:extLst>
          </p:cNvPr>
          <p:cNvSpPr/>
          <p:nvPr/>
        </p:nvSpPr>
        <p:spPr>
          <a:xfrm>
            <a:off x="304800" y="3479800"/>
            <a:ext cx="4343400" cy="1168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F_説明文1">
            <a:extLst>
              <a:ext uri="{FF2B5EF4-FFF2-40B4-BE49-F238E27FC236}">
                <a16:creationId xmlns:a16="http://schemas.microsoft.com/office/drawing/2014/main" id="{35A55293-37D7-F0DE-FB4C-AC73A12477A6}"/>
              </a:ext>
            </a:extLst>
          </p:cNvPr>
          <p:cNvSpPr txBox="1"/>
          <p:nvPr/>
        </p:nvSpPr>
        <p:spPr>
          <a:xfrm>
            <a:off x="431800" y="3556000"/>
            <a:ext cx="40894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登録画面に「</a:t>
            </a:r>
            <a:r>
              <a:rPr kumimoji="1" lang="ja-JP" altLang="en-US" sz="1400" b="1" dirty="0">
                <a:solidFill>
                  <a:srgbClr val="D02F2B"/>
                </a:solidFill>
                <a:latin typeface="Noto Sans JP" panose="020B0200000000000000" pitchFamily="50" charset="-128"/>
                <a:ea typeface="Noto Sans JP" panose="020B0200000000000000" pitchFamily="50" charset="-128"/>
              </a:rPr>
              <a:t>必要な学習時間の目安</a:t>
            </a:r>
            <a:r>
              <a:rPr kumimoji="1" lang="ja-JP" altLang="en-US" sz="1400" b="1" dirty="0">
                <a:solidFill>
                  <a:srgbClr val="1B2731"/>
                </a:solidFill>
                <a:latin typeface="Noto Sans JP" panose="020B0200000000000000" pitchFamily="50" charset="-128"/>
                <a:ea typeface="Noto Sans JP" panose="020B0200000000000000" pitchFamily="50" charset="-128"/>
              </a:rPr>
              <a:t>」を表示する。単元にページ（</a:t>
            </a:r>
            <a:r>
              <a:rPr kumimoji="1" lang="en-US" altLang="ja-JP" sz="1400" b="1" dirty="0">
                <a:solidFill>
                  <a:srgbClr val="1B2731"/>
                </a:solidFill>
                <a:latin typeface="Noto Sans JP" panose="020B0200000000000000" pitchFamily="50" charset="-128"/>
                <a:ea typeface="Noto Sans JP" panose="020B0200000000000000" pitchFamily="50" charset="-128"/>
              </a:rPr>
              <a:t>p.12-25 </a:t>
            </a:r>
            <a:r>
              <a:rPr kumimoji="1" lang="ja-JP" altLang="en-US" sz="1400" b="1" dirty="0">
                <a:solidFill>
                  <a:srgbClr val="1B2731"/>
                </a:solidFill>
                <a:latin typeface="Noto Sans JP" panose="020B0200000000000000" pitchFamily="50" charset="-128"/>
                <a:ea typeface="Noto Sans JP" panose="020B0200000000000000" pitchFamily="50" charset="-128"/>
              </a:rPr>
              <a:t>など）を書くと、</a:t>
            </a:r>
            <a:r>
              <a:rPr kumimoji="1" lang="ja-JP" altLang="en-US" sz="1400" b="1" dirty="0">
                <a:solidFill>
                  <a:srgbClr val="D02F2B"/>
                </a:solidFill>
                <a:latin typeface="Noto Sans JP" panose="020B0200000000000000" pitchFamily="50" charset="-128"/>
                <a:ea typeface="Noto Sans JP" panose="020B0200000000000000" pitchFamily="50" charset="-128"/>
              </a:rPr>
              <a:t>ページ数に合わせて</a:t>
            </a:r>
            <a:r>
              <a:rPr kumimoji="1" lang="ja-JP" altLang="en-US" sz="1400" b="1" dirty="0">
                <a:solidFill>
                  <a:srgbClr val="1B2731"/>
                </a:solidFill>
                <a:latin typeface="Noto Sans JP" panose="020B0200000000000000" pitchFamily="50" charset="-128"/>
                <a:ea typeface="Noto Sans JP" panose="020B0200000000000000" pitchFamily="50" charset="-128"/>
              </a:rPr>
              <a:t>時間を配分する。</a:t>
            </a:r>
          </a:p>
        </p:txBody>
      </p:sp>
      <p:sp>
        <p:nvSpPr>
          <p:cNvPr id="21" name="F_説明枠2">
            <a:extLst>
              <a:ext uri="{FF2B5EF4-FFF2-40B4-BE49-F238E27FC236}">
                <a16:creationId xmlns:a16="http://schemas.microsoft.com/office/drawing/2014/main" id="{41982A0A-3729-1C4C-15D8-FA8BE866C6E8}"/>
              </a:ext>
            </a:extLst>
          </p:cNvPr>
          <p:cNvSpPr/>
          <p:nvPr/>
        </p:nvSpPr>
        <p:spPr>
          <a:xfrm>
            <a:off x="228600" y="4876800"/>
            <a:ext cx="4495800" cy="1625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F_説明点2">
            <a:extLst>
              <a:ext uri="{FF2B5EF4-FFF2-40B4-BE49-F238E27FC236}">
                <a16:creationId xmlns:a16="http://schemas.microsoft.com/office/drawing/2014/main" id="{8D3F7394-DF50-D356-E812-A56D8D6AAB05}"/>
              </a:ext>
            </a:extLst>
          </p:cNvPr>
          <p:cNvSpPr/>
          <p:nvPr/>
        </p:nvSpPr>
        <p:spPr>
          <a:xfrm>
            <a:off x="381000" y="50165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F_説明題2">
            <a:extLst>
              <a:ext uri="{FF2B5EF4-FFF2-40B4-BE49-F238E27FC236}">
                <a16:creationId xmlns:a16="http://schemas.microsoft.com/office/drawing/2014/main" id="{7C4E4F80-44C1-626D-8FF8-860194EF6C2F}"/>
              </a:ext>
            </a:extLst>
          </p:cNvPr>
          <p:cNvSpPr txBox="1"/>
          <p:nvPr/>
        </p:nvSpPr>
        <p:spPr>
          <a:xfrm>
            <a:off x="609600" y="4890276"/>
            <a:ext cx="4013200" cy="369332"/>
          </a:xfrm>
          <a:prstGeom prst="rect">
            <a:avLst/>
          </a:prstGeom>
          <a:noFill/>
        </p:spPr>
        <p:txBody>
          <a:bodyPr vert="horz" wrap="square" lIns="0" tIns="0" rIns="0" bIns="0" rtlCol="0" anchor="ctr">
            <a:noAutofit/>
          </a:bodyPr>
          <a:lstStyle/>
          <a:p>
            <a:r>
              <a:rPr kumimoji="1" lang="ja-JP" altLang="en-US" sz="1600" b="1">
                <a:solidFill>
                  <a:srgbClr val="1B2731"/>
                </a:solidFill>
                <a:latin typeface="Noto Sans JP" panose="020B0200000000000000" pitchFamily="50" charset="-128"/>
                <a:ea typeface="Noto Sans JP" panose="020B0200000000000000" pitchFamily="50" charset="-128"/>
              </a:rPr>
              <a:t>目次の写真から単元を作る</a:t>
            </a:r>
          </a:p>
        </p:txBody>
      </p:sp>
      <p:sp>
        <p:nvSpPr>
          <p:cNvPr id="24" name="F_説明白2">
            <a:extLst>
              <a:ext uri="{FF2B5EF4-FFF2-40B4-BE49-F238E27FC236}">
                <a16:creationId xmlns:a16="http://schemas.microsoft.com/office/drawing/2014/main" id="{361E0779-4F0C-43AC-F501-8B805FF43F57}"/>
              </a:ext>
            </a:extLst>
          </p:cNvPr>
          <p:cNvSpPr/>
          <p:nvPr/>
        </p:nvSpPr>
        <p:spPr>
          <a:xfrm>
            <a:off x="304800" y="5257800"/>
            <a:ext cx="4343400" cy="1168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F_説明文2">
            <a:extLst>
              <a:ext uri="{FF2B5EF4-FFF2-40B4-BE49-F238E27FC236}">
                <a16:creationId xmlns:a16="http://schemas.microsoft.com/office/drawing/2014/main" id="{FB4F48AE-21CC-54F9-E06B-4C96AB28597F}"/>
              </a:ext>
            </a:extLst>
          </p:cNvPr>
          <p:cNvSpPr txBox="1"/>
          <p:nvPr/>
        </p:nvSpPr>
        <p:spPr>
          <a:xfrm>
            <a:off x="431800" y="5334000"/>
            <a:ext cx="40894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教科書の目次を撮影すると、</a:t>
            </a:r>
            <a:r>
              <a:rPr kumimoji="1" lang="en-US" altLang="ja-JP" sz="1400" b="1" dirty="0">
                <a:solidFill>
                  <a:srgbClr val="D02F2B"/>
                </a:solidFill>
                <a:latin typeface="Noto Sans JP" panose="020B0200000000000000" pitchFamily="50" charset="-128"/>
                <a:ea typeface="Noto Sans JP" panose="020B0200000000000000" pitchFamily="50" charset="-128"/>
              </a:rPr>
              <a:t>AI</a:t>
            </a:r>
            <a:r>
              <a:rPr kumimoji="1" lang="ja-JP" altLang="en-US" sz="1400" b="1" dirty="0">
                <a:solidFill>
                  <a:srgbClr val="D02F2B"/>
                </a:solidFill>
                <a:latin typeface="Noto Sans JP" panose="020B0200000000000000" pitchFamily="50" charset="-128"/>
                <a:ea typeface="Noto Sans JP" panose="020B0200000000000000" pitchFamily="50" charset="-128"/>
              </a:rPr>
              <a:t>が章・節とページを読み取って</a:t>
            </a:r>
            <a:r>
              <a:rPr kumimoji="1" lang="ja-JP" altLang="en-US" sz="1400" b="1" dirty="0">
                <a:solidFill>
                  <a:srgbClr val="1B2731"/>
                </a:solidFill>
                <a:latin typeface="Noto Sans JP" panose="020B0200000000000000" pitchFamily="50" charset="-128"/>
                <a:ea typeface="Noto Sans JP" panose="020B0200000000000000" pitchFamily="50" charset="-128"/>
              </a:rPr>
              <a:t>単元にする。試験範囲メモから</a:t>
            </a:r>
            <a:r>
              <a:rPr kumimoji="1" lang="en-US" altLang="ja-JP" sz="1400" b="1" dirty="0">
                <a:solidFill>
                  <a:srgbClr val="D02F2B"/>
                </a:solidFill>
                <a:latin typeface="Noto Sans JP" panose="020B0200000000000000" pitchFamily="50" charset="-128"/>
                <a:ea typeface="Noto Sans JP" panose="020B0200000000000000" pitchFamily="50" charset="-128"/>
              </a:rPr>
              <a:t>AI</a:t>
            </a:r>
            <a:r>
              <a:rPr kumimoji="1" lang="ja-JP" altLang="en-US" sz="1400" b="1" dirty="0">
                <a:solidFill>
                  <a:srgbClr val="D02F2B"/>
                </a:solidFill>
                <a:latin typeface="Noto Sans JP" panose="020B0200000000000000" pitchFamily="50" charset="-128"/>
                <a:ea typeface="Noto Sans JP" panose="020B0200000000000000" pitchFamily="50" charset="-128"/>
              </a:rPr>
              <a:t>に単元を提案</a:t>
            </a:r>
            <a:r>
              <a:rPr kumimoji="1" lang="ja-JP" altLang="en-US" sz="1400" b="1" dirty="0">
                <a:solidFill>
                  <a:srgbClr val="1B2731"/>
                </a:solidFill>
                <a:latin typeface="Noto Sans JP" panose="020B0200000000000000" pitchFamily="50" charset="-128"/>
                <a:ea typeface="Noto Sans JP" panose="020B0200000000000000" pitchFamily="50" charset="-128"/>
              </a:rPr>
              <a:t>してもらうこともできる。</a:t>
            </a:r>
          </a:p>
        </p:txBody>
      </p:sp>
      <p:sp>
        <p:nvSpPr>
          <p:cNvPr id="26" name="F_画面枠1">
            <a:extLst>
              <a:ext uri="{FF2B5EF4-FFF2-40B4-BE49-F238E27FC236}">
                <a16:creationId xmlns:a16="http://schemas.microsoft.com/office/drawing/2014/main" id="{14B66178-85D3-3302-6AA0-8AE5D1040212}"/>
              </a:ext>
            </a:extLst>
          </p:cNvPr>
          <p:cNvSpPr/>
          <p:nvPr/>
        </p:nvSpPr>
        <p:spPr>
          <a:xfrm>
            <a:off x="4940300" y="1308100"/>
            <a:ext cx="1992630" cy="41656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F_画面1">
            <a:extLst>
              <a:ext uri="{FF2B5EF4-FFF2-40B4-BE49-F238E27FC236}">
                <a16:creationId xmlns:a16="http://schemas.microsoft.com/office/drawing/2014/main" id="{6CB66D4A-F090-13D0-A555-6D9C5192B13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03800" y="1371600"/>
            <a:ext cx="1865630" cy="4038600"/>
          </a:xfrm>
          <a:prstGeom prst="rect">
            <a:avLst/>
          </a:prstGeom>
        </p:spPr>
      </p:pic>
      <p:sp>
        <p:nvSpPr>
          <p:cNvPr id="29" name="F_画面名1">
            <a:extLst>
              <a:ext uri="{FF2B5EF4-FFF2-40B4-BE49-F238E27FC236}">
                <a16:creationId xmlns:a16="http://schemas.microsoft.com/office/drawing/2014/main" id="{25A02ABB-4628-73D0-EFA4-120D6BBB3D48}"/>
              </a:ext>
            </a:extLst>
          </p:cNvPr>
          <p:cNvSpPr txBox="1"/>
          <p:nvPr/>
        </p:nvSpPr>
        <p:spPr>
          <a:xfrm>
            <a:off x="4876800" y="5537200"/>
            <a:ext cx="2119630"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1</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sp>
        <p:nvSpPr>
          <p:cNvPr id="31" name="F_画面枠2">
            <a:extLst>
              <a:ext uri="{FF2B5EF4-FFF2-40B4-BE49-F238E27FC236}">
                <a16:creationId xmlns:a16="http://schemas.microsoft.com/office/drawing/2014/main" id="{214EA32D-E254-6966-DF3D-66580A931AA2}"/>
              </a:ext>
            </a:extLst>
          </p:cNvPr>
          <p:cNvSpPr/>
          <p:nvPr/>
        </p:nvSpPr>
        <p:spPr>
          <a:xfrm>
            <a:off x="7009130" y="1308100"/>
            <a:ext cx="1992631" cy="41656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F_画面2">
            <a:extLst>
              <a:ext uri="{FF2B5EF4-FFF2-40B4-BE49-F238E27FC236}">
                <a16:creationId xmlns:a16="http://schemas.microsoft.com/office/drawing/2014/main" id="{13007993-DBE6-45F8-5EB2-2A8C0E9B431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072630" y="1371600"/>
            <a:ext cx="1865630" cy="4038600"/>
          </a:xfrm>
          <a:prstGeom prst="rect">
            <a:avLst/>
          </a:prstGeom>
        </p:spPr>
      </p:pic>
      <p:sp>
        <p:nvSpPr>
          <p:cNvPr id="34" name="F_画面名2">
            <a:extLst>
              <a:ext uri="{FF2B5EF4-FFF2-40B4-BE49-F238E27FC236}">
                <a16:creationId xmlns:a16="http://schemas.microsoft.com/office/drawing/2014/main" id="{B624E500-9903-DC04-2D2C-A69527118A5B}"/>
              </a:ext>
            </a:extLst>
          </p:cNvPr>
          <p:cNvSpPr txBox="1"/>
          <p:nvPr/>
        </p:nvSpPr>
        <p:spPr>
          <a:xfrm>
            <a:off x="6945630" y="5537200"/>
            <a:ext cx="2119630"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2</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pic>
        <p:nvPicPr>
          <p:cNvPr id="30" name="LOGO_帯">
            <a:extLst>
              <a:ext uri="{FF2B5EF4-FFF2-40B4-BE49-F238E27FC236}">
                <a16:creationId xmlns:a16="http://schemas.microsoft.com/office/drawing/2014/main" id="{94FCC23D-331B-CEC8-CFD5-E8BFD2135431}"/>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1165171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3FD44211-8D35-6D4E-BB55-FD64E0FAB918}"/>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P05</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50768"/>
            <a:ext cx="5250155" cy="600164"/>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300" b="1">
                <a:solidFill>
                  <a:schemeClr val="bg1"/>
                </a:solidFill>
                <a:latin typeface="Noto Sans JP" panose="020B0200000000000000" pitchFamily="50" charset="-128"/>
                <a:ea typeface="Noto Sans JP" panose="020B0200000000000000" pitchFamily="50" charset="-128"/>
              </a:rPr>
              <a:t>機能② </a:t>
            </a:r>
            <a:r>
              <a:rPr lang="en-US" altLang="ja-JP" sz="3300" b="1">
                <a:solidFill>
                  <a:schemeClr val="bg1"/>
                </a:solidFill>
                <a:latin typeface="Noto Sans JP" panose="020B0200000000000000" pitchFamily="50" charset="-128"/>
                <a:ea typeface="Noto Sans JP" panose="020B0200000000000000" pitchFamily="50" charset="-128"/>
              </a:rPr>
              <a:t>-</a:t>
            </a:r>
            <a:r>
              <a:rPr lang="ja-JP" altLang="en-US" sz="3300" b="1">
                <a:solidFill>
                  <a:schemeClr val="bg1"/>
                </a:solidFill>
                <a:latin typeface="Noto Sans JP" panose="020B0200000000000000" pitchFamily="50" charset="-128"/>
                <a:ea typeface="Noto Sans JP" panose="020B0200000000000000" pitchFamily="50" charset="-128"/>
              </a:rPr>
              <a:t>逆算プランニング</a:t>
            </a:r>
            <a:r>
              <a:rPr lang="en-US" altLang="ja-JP" sz="3300" b="1">
                <a:solidFill>
                  <a:schemeClr val="bg1"/>
                </a:solidFill>
                <a:latin typeface="Noto Sans JP" panose="020B0200000000000000" pitchFamily="50" charset="-128"/>
                <a:ea typeface="Noto Sans JP" panose="020B0200000000000000" pitchFamily="50" charset="-128"/>
              </a:rPr>
              <a:t>-</a:t>
            </a:r>
            <a:endParaRPr lang="ja-JP" altLang="en-US" sz="3300" b="1" dirty="0">
              <a:solidFill>
                <a:schemeClr val="bg1"/>
              </a:solidFill>
              <a:latin typeface="Noto Sans JP" panose="020B0200000000000000" pitchFamily="50" charset="-128"/>
              <a:ea typeface="Noto Sans JP" panose="020B0200000000000000" pitchFamily="50" charset="-128"/>
            </a:endParaRPr>
          </a:p>
        </p:txBody>
      </p:sp>
      <p:sp>
        <p:nvSpPr>
          <p:cNvPr id="2" name="F_手順1">
            <a:extLst>
              <a:ext uri="{FF2B5EF4-FFF2-40B4-BE49-F238E27FC236}">
                <a16:creationId xmlns:a16="http://schemas.microsoft.com/office/drawing/2014/main" id="{CF4BCB0C-44AA-E761-19DA-EB636ACBB443}"/>
              </a:ext>
            </a:extLst>
          </p:cNvPr>
          <p:cNvSpPr/>
          <p:nvPr/>
        </p:nvSpPr>
        <p:spPr>
          <a:xfrm>
            <a:off x="228600" y="1270000"/>
            <a:ext cx="4495800" cy="482600"/>
          </a:xfrm>
          <a:prstGeom prst="roundRect">
            <a:avLst>
              <a:gd name="adj" fmla="val 2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F_手順番号1">
            <a:extLst>
              <a:ext uri="{FF2B5EF4-FFF2-40B4-BE49-F238E27FC236}">
                <a16:creationId xmlns:a16="http://schemas.microsoft.com/office/drawing/2014/main" id="{2705642A-9B91-36D3-C563-9C28B23F3F82}"/>
              </a:ext>
            </a:extLst>
          </p:cNvPr>
          <p:cNvSpPr/>
          <p:nvPr/>
        </p:nvSpPr>
        <p:spPr>
          <a:xfrm>
            <a:off x="355600" y="1371600"/>
            <a:ext cx="279400" cy="279400"/>
          </a:xfrm>
          <a:prstGeom prst="roundRect">
            <a:avLst>
              <a:gd name="adj" fmla="val 2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FFFFFF"/>
                </a:solidFill>
                <a:latin typeface="Noto Sans JP" panose="020B0200000000000000" pitchFamily="50" charset="-128"/>
              </a:rPr>
              <a:t>1</a:t>
            </a:r>
            <a:endParaRPr kumimoji="1" lang="ja-JP" altLang="en-US" sz="1300" b="1">
              <a:solidFill>
                <a:srgbClr val="FFFFFF"/>
              </a:solidFill>
              <a:latin typeface="Noto Sans JP" panose="020B0200000000000000" pitchFamily="50" charset="-128"/>
            </a:endParaRPr>
          </a:p>
        </p:txBody>
      </p:sp>
      <p:sp>
        <p:nvSpPr>
          <p:cNvPr id="7" name="F_手順文1">
            <a:extLst>
              <a:ext uri="{FF2B5EF4-FFF2-40B4-BE49-F238E27FC236}">
                <a16:creationId xmlns:a16="http://schemas.microsoft.com/office/drawing/2014/main" id="{67DC25CC-2198-2EB6-75F3-421A42953605}"/>
              </a:ext>
            </a:extLst>
          </p:cNvPr>
          <p:cNvSpPr txBox="1"/>
          <p:nvPr/>
        </p:nvSpPr>
        <p:spPr>
          <a:xfrm>
            <a:off x="762000" y="1270000"/>
            <a:ext cx="3886200" cy="369332"/>
          </a:xfrm>
          <a:prstGeom prst="rect">
            <a:avLst/>
          </a:prstGeom>
          <a:noFill/>
        </p:spPr>
        <p:txBody>
          <a:bodyPr vert="horz" wrap="square" lIns="0" tIns="0" rIns="0" bIns="0" rtlCol="0" anchor="ctr">
            <a:noAutofit/>
          </a:bodyPr>
          <a:lstStyle/>
          <a:p>
            <a:r>
              <a:rPr kumimoji="1" lang="ja-JP" altLang="en-US" sz="1600" b="1">
                <a:solidFill>
                  <a:srgbClr val="1B2731"/>
                </a:solidFill>
                <a:latin typeface="Noto Sans JP" panose="020B0200000000000000" pitchFamily="50" charset="-128"/>
                <a:ea typeface="Noto Sans JP" panose="020B0200000000000000" pitchFamily="50" charset="-128"/>
              </a:rPr>
              <a:t>試験日までに使える時間を計算</a:t>
            </a:r>
          </a:p>
        </p:txBody>
      </p:sp>
      <p:sp>
        <p:nvSpPr>
          <p:cNvPr id="10" name="F_手順2">
            <a:extLst>
              <a:ext uri="{FF2B5EF4-FFF2-40B4-BE49-F238E27FC236}">
                <a16:creationId xmlns:a16="http://schemas.microsoft.com/office/drawing/2014/main" id="{C1BEBB08-5412-780C-DE1F-DC3657ED3272}"/>
              </a:ext>
            </a:extLst>
          </p:cNvPr>
          <p:cNvSpPr/>
          <p:nvPr/>
        </p:nvSpPr>
        <p:spPr>
          <a:xfrm>
            <a:off x="228600" y="1854200"/>
            <a:ext cx="4495800" cy="482600"/>
          </a:xfrm>
          <a:prstGeom prst="roundRect">
            <a:avLst>
              <a:gd name="adj" fmla="val 2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F_手順番号2">
            <a:extLst>
              <a:ext uri="{FF2B5EF4-FFF2-40B4-BE49-F238E27FC236}">
                <a16:creationId xmlns:a16="http://schemas.microsoft.com/office/drawing/2014/main" id="{DF9D4231-44DD-A2C0-090F-DB0A147D22FB}"/>
              </a:ext>
            </a:extLst>
          </p:cNvPr>
          <p:cNvSpPr/>
          <p:nvPr/>
        </p:nvSpPr>
        <p:spPr>
          <a:xfrm>
            <a:off x="355600" y="1955800"/>
            <a:ext cx="279400" cy="279400"/>
          </a:xfrm>
          <a:prstGeom prst="roundRect">
            <a:avLst>
              <a:gd name="adj" fmla="val 2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FFFFFF"/>
                </a:solidFill>
                <a:latin typeface="Noto Sans JP" panose="020B0200000000000000" pitchFamily="50" charset="-128"/>
              </a:rPr>
              <a:t>2</a:t>
            </a:r>
            <a:endParaRPr kumimoji="1" lang="ja-JP" altLang="en-US" sz="1300" b="1">
              <a:solidFill>
                <a:srgbClr val="FFFFFF"/>
              </a:solidFill>
              <a:latin typeface="Noto Sans JP" panose="020B0200000000000000" pitchFamily="50" charset="-128"/>
            </a:endParaRPr>
          </a:p>
        </p:txBody>
      </p:sp>
      <p:sp>
        <p:nvSpPr>
          <p:cNvPr id="12" name="F_手順文2">
            <a:extLst>
              <a:ext uri="{FF2B5EF4-FFF2-40B4-BE49-F238E27FC236}">
                <a16:creationId xmlns:a16="http://schemas.microsoft.com/office/drawing/2014/main" id="{DABE3AD6-0A16-7035-37FE-82782AE3DC75}"/>
              </a:ext>
            </a:extLst>
          </p:cNvPr>
          <p:cNvSpPr txBox="1"/>
          <p:nvPr/>
        </p:nvSpPr>
        <p:spPr>
          <a:xfrm>
            <a:off x="762000" y="1910185"/>
            <a:ext cx="38862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単元を「理解→演習→復習」に</a:t>
            </a:r>
            <a:br>
              <a:rPr kumimoji="1" lang="ja-JP" altLang="en-US" sz="1600" b="1" dirty="0">
                <a:solidFill>
                  <a:srgbClr val="1B2731"/>
                </a:solidFill>
                <a:latin typeface="Noto Sans JP" panose="020B0200000000000000" pitchFamily="50" charset="-128"/>
                <a:ea typeface="Noto Sans JP" panose="020B0200000000000000" pitchFamily="50" charset="-128"/>
              </a:rPr>
            </a:br>
            <a:r>
              <a:rPr kumimoji="1" lang="ja-JP" altLang="en-US" sz="1600" b="1" dirty="0">
                <a:solidFill>
                  <a:srgbClr val="1B2731"/>
                </a:solidFill>
                <a:latin typeface="Noto Sans JP" panose="020B0200000000000000" pitchFamily="50" charset="-128"/>
                <a:ea typeface="Noto Sans JP" panose="020B0200000000000000" pitchFamily="50" charset="-128"/>
              </a:rPr>
              <a:t>分けて配分</a:t>
            </a:r>
            <a:r>
              <a:rPr kumimoji="1" lang="ja-JP" altLang="en-US" sz="1600" b="1" dirty="0">
                <a:solidFill>
                  <a:srgbClr val="2350B5"/>
                </a:solidFill>
                <a:latin typeface="Noto Sans JP" panose="020B0200000000000000" pitchFamily="50" charset="-128"/>
                <a:ea typeface="Noto Sans JP" panose="020B0200000000000000" pitchFamily="50" charset="-128"/>
              </a:rPr>
              <a:t>（画面</a:t>
            </a:r>
            <a:r>
              <a:rPr kumimoji="1" lang="en-US" altLang="ja-JP" sz="1600" b="1" dirty="0">
                <a:solidFill>
                  <a:srgbClr val="2350B5"/>
                </a:solidFill>
                <a:latin typeface="Noto Sans JP" panose="020B0200000000000000" pitchFamily="50" charset="-128"/>
                <a:ea typeface="Noto Sans JP" panose="020B0200000000000000" pitchFamily="50" charset="-128"/>
              </a:rPr>
              <a:t>2</a:t>
            </a:r>
            <a:r>
              <a:rPr kumimoji="1" lang="ja-JP" altLang="en-US" sz="1600" b="1" dirty="0">
                <a:solidFill>
                  <a:srgbClr val="2350B5"/>
                </a:solidFill>
                <a:latin typeface="Noto Sans JP" panose="020B0200000000000000" pitchFamily="50" charset="-128"/>
                <a:ea typeface="Noto Sans JP" panose="020B0200000000000000" pitchFamily="50" charset="-128"/>
              </a:rPr>
              <a:t>）</a:t>
            </a:r>
          </a:p>
        </p:txBody>
      </p:sp>
      <p:sp>
        <p:nvSpPr>
          <p:cNvPr id="13" name="F_手順3">
            <a:extLst>
              <a:ext uri="{FF2B5EF4-FFF2-40B4-BE49-F238E27FC236}">
                <a16:creationId xmlns:a16="http://schemas.microsoft.com/office/drawing/2014/main" id="{4FBF7ACB-F140-6BB7-F0E8-621B0DBB22F7}"/>
              </a:ext>
            </a:extLst>
          </p:cNvPr>
          <p:cNvSpPr/>
          <p:nvPr/>
        </p:nvSpPr>
        <p:spPr>
          <a:xfrm>
            <a:off x="228600" y="2438400"/>
            <a:ext cx="4495800" cy="482600"/>
          </a:xfrm>
          <a:prstGeom prst="roundRect">
            <a:avLst>
              <a:gd name="adj" fmla="val 2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F_手順番号3">
            <a:extLst>
              <a:ext uri="{FF2B5EF4-FFF2-40B4-BE49-F238E27FC236}">
                <a16:creationId xmlns:a16="http://schemas.microsoft.com/office/drawing/2014/main" id="{BABD318B-C9E5-8BCD-7EB4-403FF432B6FF}"/>
              </a:ext>
            </a:extLst>
          </p:cNvPr>
          <p:cNvSpPr/>
          <p:nvPr/>
        </p:nvSpPr>
        <p:spPr>
          <a:xfrm>
            <a:off x="355600" y="2540000"/>
            <a:ext cx="279400" cy="279400"/>
          </a:xfrm>
          <a:prstGeom prst="roundRect">
            <a:avLst>
              <a:gd name="adj" fmla="val 2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FFFFFF"/>
                </a:solidFill>
                <a:latin typeface="Noto Sans JP" panose="020B0200000000000000" pitchFamily="50" charset="-128"/>
              </a:rPr>
              <a:t>3</a:t>
            </a:r>
            <a:endParaRPr kumimoji="1" lang="ja-JP" altLang="en-US" sz="1300" b="1">
              <a:solidFill>
                <a:srgbClr val="FFFFFF"/>
              </a:solidFill>
              <a:latin typeface="Noto Sans JP" panose="020B0200000000000000" pitchFamily="50" charset="-128"/>
            </a:endParaRPr>
          </a:p>
        </p:txBody>
      </p:sp>
      <p:sp>
        <p:nvSpPr>
          <p:cNvPr id="15" name="F_手順文3">
            <a:extLst>
              <a:ext uri="{FF2B5EF4-FFF2-40B4-BE49-F238E27FC236}">
                <a16:creationId xmlns:a16="http://schemas.microsoft.com/office/drawing/2014/main" id="{749633ED-FD73-C281-D0E0-66DDC42435D8}"/>
              </a:ext>
            </a:extLst>
          </p:cNvPr>
          <p:cNvSpPr txBox="1"/>
          <p:nvPr/>
        </p:nvSpPr>
        <p:spPr>
          <a:xfrm>
            <a:off x="762000" y="2438400"/>
            <a:ext cx="3886200" cy="369332"/>
          </a:xfrm>
          <a:prstGeom prst="rect">
            <a:avLst/>
          </a:prstGeom>
          <a:noFill/>
        </p:spPr>
        <p:txBody>
          <a:bodyPr vert="horz" wrap="square" lIns="0" tIns="0" rIns="0" bIns="0" rtlCol="0" anchor="ctr">
            <a:noAutofit/>
          </a:bodyPr>
          <a:lstStyle/>
          <a:p>
            <a:r>
              <a:rPr kumimoji="1" lang="en-US" altLang="ja-JP" sz="1600" b="1" dirty="0">
                <a:solidFill>
                  <a:srgbClr val="1B2731"/>
                </a:solidFill>
                <a:latin typeface="Noto Sans JP" panose="020B0200000000000000" pitchFamily="50" charset="-128"/>
                <a:ea typeface="Noto Sans JP" panose="020B0200000000000000" pitchFamily="50" charset="-128"/>
              </a:rPr>
              <a:t>1</a:t>
            </a:r>
            <a:r>
              <a:rPr kumimoji="1" lang="ja-JP" altLang="en-US" sz="1600" b="1" dirty="0">
                <a:solidFill>
                  <a:srgbClr val="1B2731"/>
                </a:solidFill>
                <a:latin typeface="Noto Sans JP" panose="020B0200000000000000" pitchFamily="50" charset="-128"/>
                <a:ea typeface="Noto Sans JP" panose="020B0200000000000000" pitchFamily="50" charset="-128"/>
              </a:rPr>
              <a:t>週間前に一巡、</a:t>
            </a:r>
            <a:endParaRPr kumimoji="1" lang="en-US" altLang="ja-JP" sz="1600" b="1" dirty="0">
              <a:solidFill>
                <a:srgbClr val="1B2731"/>
              </a:solidFill>
              <a:latin typeface="Noto Sans JP" panose="020B0200000000000000" pitchFamily="50" charset="-128"/>
              <a:ea typeface="Noto Sans JP" panose="020B0200000000000000" pitchFamily="50" charset="-128"/>
            </a:endParaRPr>
          </a:p>
          <a:p>
            <a:r>
              <a:rPr kumimoji="1" lang="ja-JP" altLang="en-US" sz="1600" b="1" dirty="0">
                <a:solidFill>
                  <a:srgbClr val="1B2731"/>
                </a:solidFill>
                <a:latin typeface="Noto Sans JP" panose="020B0200000000000000" pitchFamily="50" charset="-128"/>
                <a:ea typeface="Noto Sans JP" panose="020B0200000000000000" pitchFamily="50" charset="-128"/>
              </a:rPr>
              <a:t>直前</a:t>
            </a:r>
            <a:r>
              <a:rPr kumimoji="1" lang="en-US" altLang="ja-JP" sz="1600" b="1" dirty="0">
                <a:solidFill>
                  <a:srgbClr val="1B2731"/>
                </a:solidFill>
                <a:latin typeface="Noto Sans JP" panose="020B0200000000000000" pitchFamily="50" charset="-128"/>
                <a:ea typeface="Noto Sans JP" panose="020B0200000000000000" pitchFamily="50" charset="-128"/>
              </a:rPr>
              <a:t>3</a:t>
            </a:r>
            <a:r>
              <a:rPr kumimoji="1" lang="ja-JP" altLang="en-US" sz="1600" b="1" dirty="0">
                <a:solidFill>
                  <a:srgbClr val="1B2731"/>
                </a:solidFill>
                <a:latin typeface="Noto Sans JP" panose="020B0200000000000000" pitchFamily="50" charset="-128"/>
                <a:ea typeface="Noto Sans JP" panose="020B0200000000000000" pitchFamily="50" charset="-128"/>
              </a:rPr>
              <a:t>日は総復習</a:t>
            </a:r>
            <a:r>
              <a:rPr kumimoji="1" lang="ja-JP" altLang="en-US" sz="1600" b="1" dirty="0">
                <a:solidFill>
                  <a:srgbClr val="2350B5"/>
                </a:solidFill>
                <a:latin typeface="Noto Sans JP" panose="020B0200000000000000" pitchFamily="50" charset="-128"/>
                <a:ea typeface="Noto Sans JP" panose="020B0200000000000000" pitchFamily="50" charset="-128"/>
              </a:rPr>
              <a:t>（画面</a:t>
            </a:r>
            <a:r>
              <a:rPr kumimoji="1" lang="en-US" altLang="ja-JP" sz="1600" b="1" dirty="0">
                <a:solidFill>
                  <a:srgbClr val="2350B5"/>
                </a:solidFill>
                <a:latin typeface="Noto Sans JP" panose="020B0200000000000000" pitchFamily="50" charset="-128"/>
                <a:ea typeface="Noto Sans JP" panose="020B0200000000000000" pitchFamily="50" charset="-128"/>
              </a:rPr>
              <a:t>1</a:t>
            </a:r>
            <a:r>
              <a:rPr kumimoji="1" lang="ja-JP" altLang="en-US" sz="1600" b="1" dirty="0">
                <a:solidFill>
                  <a:srgbClr val="2350B5"/>
                </a:solidFill>
                <a:latin typeface="Noto Sans JP" panose="020B0200000000000000" pitchFamily="50" charset="-128"/>
                <a:ea typeface="Noto Sans JP" panose="020B0200000000000000" pitchFamily="50" charset="-128"/>
              </a:rPr>
              <a:t>）</a:t>
            </a:r>
          </a:p>
        </p:txBody>
      </p:sp>
      <p:sp>
        <p:nvSpPr>
          <p:cNvPr id="16" name="F_説明枠1">
            <a:extLst>
              <a:ext uri="{FF2B5EF4-FFF2-40B4-BE49-F238E27FC236}">
                <a16:creationId xmlns:a16="http://schemas.microsoft.com/office/drawing/2014/main" id="{DF3ABFD0-78C6-0905-72D5-FF6C51905A91}"/>
              </a:ext>
            </a:extLst>
          </p:cNvPr>
          <p:cNvSpPr/>
          <p:nvPr/>
        </p:nvSpPr>
        <p:spPr>
          <a:xfrm>
            <a:off x="228600" y="3098800"/>
            <a:ext cx="4495800" cy="1625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F_説明点1">
            <a:extLst>
              <a:ext uri="{FF2B5EF4-FFF2-40B4-BE49-F238E27FC236}">
                <a16:creationId xmlns:a16="http://schemas.microsoft.com/office/drawing/2014/main" id="{E0505A85-8143-C0A1-B23D-9785416373AB}"/>
              </a:ext>
            </a:extLst>
          </p:cNvPr>
          <p:cNvSpPr/>
          <p:nvPr/>
        </p:nvSpPr>
        <p:spPr>
          <a:xfrm>
            <a:off x="381000" y="32385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F_説明題1">
            <a:extLst>
              <a:ext uri="{FF2B5EF4-FFF2-40B4-BE49-F238E27FC236}">
                <a16:creationId xmlns:a16="http://schemas.microsoft.com/office/drawing/2014/main" id="{4BC58D8B-9DFB-45D3-4DA3-B969B1D17994}"/>
              </a:ext>
            </a:extLst>
          </p:cNvPr>
          <p:cNvSpPr txBox="1"/>
          <p:nvPr/>
        </p:nvSpPr>
        <p:spPr>
          <a:xfrm>
            <a:off x="609600" y="3149600"/>
            <a:ext cx="40132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間隔をあけて復習する</a:t>
            </a:r>
          </a:p>
        </p:txBody>
      </p:sp>
      <p:sp>
        <p:nvSpPr>
          <p:cNvPr id="19" name="F_説明白1">
            <a:extLst>
              <a:ext uri="{FF2B5EF4-FFF2-40B4-BE49-F238E27FC236}">
                <a16:creationId xmlns:a16="http://schemas.microsoft.com/office/drawing/2014/main" id="{33EB98A7-4922-90E5-15F6-B839A6356752}"/>
              </a:ext>
            </a:extLst>
          </p:cNvPr>
          <p:cNvSpPr/>
          <p:nvPr/>
        </p:nvSpPr>
        <p:spPr>
          <a:xfrm>
            <a:off x="304800" y="3479800"/>
            <a:ext cx="4343400" cy="1168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F_説明文1">
            <a:extLst>
              <a:ext uri="{FF2B5EF4-FFF2-40B4-BE49-F238E27FC236}">
                <a16:creationId xmlns:a16="http://schemas.microsoft.com/office/drawing/2014/main" id="{01724CE6-2E5B-116A-94E4-E78797662E7D}"/>
              </a:ext>
            </a:extLst>
          </p:cNvPr>
          <p:cNvSpPr txBox="1"/>
          <p:nvPr/>
        </p:nvSpPr>
        <p:spPr>
          <a:xfrm>
            <a:off x="431800" y="3556000"/>
            <a:ext cx="40894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演習の</a:t>
            </a:r>
            <a:r>
              <a:rPr kumimoji="1" lang="ja-JP" altLang="en-US" sz="1400" b="1" dirty="0">
                <a:solidFill>
                  <a:srgbClr val="D02F2B"/>
                </a:solidFill>
                <a:latin typeface="Noto Sans JP" panose="020B0200000000000000" pitchFamily="50" charset="-128"/>
                <a:ea typeface="Noto Sans JP" panose="020B0200000000000000" pitchFamily="50" charset="-128"/>
              </a:rPr>
              <a:t>翌日に</a:t>
            </a:r>
            <a:r>
              <a:rPr kumimoji="1" lang="en-US" altLang="ja-JP" sz="1400" b="1" dirty="0">
                <a:solidFill>
                  <a:srgbClr val="D02F2B"/>
                </a:solidFill>
                <a:latin typeface="Noto Sans JP" panose="020B0200000000000000" pitchFamily="50" charset="-128"/>
                <a:ea typeface="Noto Sans JP" panose="020B0200000000000000" pitchFamily="50" charset="-128"/>
              </a:rPr>
              <a:t>1</a:t>
            </a:r>
            <a:r>
              <a:rPr kumimoji="1" lang="ja-JP" altLang="en-US" sz="1400" b="1" dirty="0">
                <a:solidFill>
                  <a:srgbClr val="D02F2B"/>
                </a:solidFill>
                <a:latin typeface="Noto Sans JP" panose="020B0200000000000000" pitchFamily="50" charset="-128"/>
                <a:ea typeface="Noto Sans JP" panose="020B0200000000000000" pitchFamily="50" charset="-128"/>
              </a:rPr>
              <a:t>回目</a:t>
            </a:r>
            <a:r>
              <a:rPr kumimoji="1" lang="ja-JP" altLang="en-US" sz="1400" b="1" dirty="0">
                <a:solidFill>
                  <a:srgbClr val="1B2731"/>
                </a:solidFill>
                <a:latin typeface="Noto Sans JP" panose="020B0200000000000000" pitchFamily="50" charset="-128"/>
                <a:ea typeface="Noto Sans JP" panose="020B0200000000000000" pitchFamily="50" charset="-128"/>
              </a:rPr>
              <a:t>、その</a:t>
            </a:r>
            <a:r>
              <a:rPr kumimoji="1" lang="en-US" altLang="ja-JP" sz="1400" b="1" dirty="0">
                <a:solidFill>
                  <a:srgbClr val="D02F2B"/>
                </a:solidFill>
                <a:latin typeface="Noto Sans JP" panose="020B0200000000000000" pitchFamily="50" charset="-128"/>
                <a:ea typeface="Noto Sans JP" panose="020B0200000000000000" pitchFamily="50" charset="-128"/>
              </a:rPr>
              <a:t>3</a:t>
            </a:r>
            <a:r>
              <a:rPr kumimoji="1" lang="ja-JP" altLang="en-US" sz="1400" b="1" dirty="0">
                <a:solidFill>
                  <a:srgbClr val="D02F2B"/>
                </a:solidFill>
                <a:latin typeface="Noto Sans JP" panose="020B0200000000000000" pitchFamily="50" charset="-128"/>
                <a:ea typeface="Noto Sans JP" panose="020B0200000000000000" pitchFamily="50" charset="-128"/>
              </a:rPr>
              <a:t>日後に</a:t>
            </a:r>
            <a:r>
              <a:rPr kumimoji="1" lang="en-US" altLang="ja-JP" sz="1400" b="1" dirty="0">
                <a:solidFill>
                  <a:srgbClr val="D02F2B"/>
                </a:solidFill>
                <a:latin typeface="Noto Sans JP" panose="020B0200000000000000" pitchFamily="50" charset="-128"/>
                <a:ea typeface="Noto Sans JP" panose="020B0200000000000000" pitchFamily="50" charset="-128"/>
              </a:rPr>
              <a:t>2</a:t>
            </a:r>
            <a:r>
              <a:rPr kumimoji="1" lang="ja-JP" altLang="en-US" sz="1400" b="1" dirty="0">
                <a:solidFill>
                  <a:srgbClr val="D02F2B"/>
                </a:solidFill>
                <a:latin typeface="Noto Sans JP" panose="020B0200000000000000" pitchFamily="50" charset="-128"/>
                <a:ea typeface="Noto Sans JP" panose="020B0200000000000000" pitchFamily="50" charset="-128"/>
              </a:rPr>
              <a:t>回目</a:t>
            </a:r>
            <a:r>
              <a:rPr kumimoji="1" lang="ja-JP" altLang="en-US" sz="1400" b="1" dirty="0">
                <a:solidFill>
                  <a:srgbClr val="1B2731"/>
                </a:solidFill>
                <a:latin typeface="Noto Sans JP" panose="020B0200000000000000" pitchFamily="50" charset="-128"/>
                <a:ea typeface="Noto Sans JP" panose="020B0200000000000000" pitchFamily="50" charset="-128"/>
              </a:rPr>
              <a:t>の復習を自動で入れる。間をあけて解き直すことで、覚えたかどうかを確かめられる。</a:t>
            </a:r>
          </a:p>
        </p:txBody>
      </p:sp>
      <p:sp>
        <p:nvSpPr>
          <p:cNvPr id="26" name="F_画面枠1">
            <a:extLst>
              <a:ext uri="{FF2B5EF4-FFF2-40B4-BE49-F238E27FC236}">
                <a16:creationId xmlns:a16="http://schemas.microsoft.com/office/drawing/2014/main" id="{975206BA-1128-890A-80D1-7C37D4778603}"/>
              </a:ext>
            </a:extLst>
          </p:cNvPr>
          <p:cNvSpPr/>
          <p:nvPr/>
        </p:nvSpPr>
        <p:spPr>
          <a:xfrm>
            <a:off x="5067300" y="1206500"/>
            <a:ext cx="1488488" cy="30734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F_画面1">
            <a:extLst>
              <a:ext uri="{FF2B5EF4-FFF2-40B4-BE49-F238E27FC236}">
                <a16:creationId xmlns:a16="http://schemas.microsoft.com/office/drawing/2014/main" id="{3988ADF1-D56A-CE2A-77E0-471E2BFAAC2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130800" y="1270000"/>
            <a:ext cx="1361488" cy="2946400"/>
          </a:xfrm>
          <a:prstGeom prst="rect">
            <a:avLst/>
          </a:prstGeom>
        </p:spPr>
      </p:pic>
      <p:sp>
        <p:nvSpPr>
          <p:cNvPr id="29" name="F_画面名1">
            <a:extLst>
              <a:ext uri="{FF2B5EF4-FFF2-40B4-BE49-F238E27FC236}">
                <a16:creationId xmlns:a16="http://schemas.microsoft.com/office/drawing/2014/main" id="{858AFC37-EC52-E95C-8815-B7314AE69148}"/>
              </a:ext>
            </a:extLst>
          </p:cNvPr>
          <p:cNvSpPr txBox="1"/>
          <p:nvPr/>
        </p:nvSpPr>
        <p:spPr>
          <a:xfrm>
            <a:off x="4876800" y="4318000"/>
            <a:ext cx="1869488"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1</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sp>
        <p:nvSpPr>
          <p:cNvPr id="31" name="F_画面枠2">
            <a:extLst>
              <a:ext uri="{FF2B5EF4-FFF2-40B4-BE49-F238E27FC236}">
                <a16:creationId xmlns:a16="http://schemas.microsoft.com/office/drawing/2014/main" id="{709D6CED-1A2E-CFF4-0C15-D07BC24E44B7}"/>
              </a:ext>
            </a:extLst>
          </p:cNvPr>
          <p:cNvSpPr/>
          <p:nvPr/>
        </p:nvSpPr>
        <p:spPr>
          <a:xfrm>
            <a:off x="6945604" y="1206500"/>
            <a:ext cx="1488488" cy="30734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F_画面2">
            <a:extLst>
              <a:ext uri="{FF2B5EF4-FFF2-40B4-BE49-F238E27FC236}">
                <a16:creationId xmlns:a16="http://schemas.microsoft.com/office/drawing/2014/main" id="{ADF07175-716E-E2EB-8F09-10011643528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009104" y="1270000"/>
            <a:ext cx="1361488" cy="2946400"/>
          </a:xfrm>
          <a:prstGeom prst="rect">
            <a:avLst/>
          </a:prstGeom>
        </p:spPr>
      </p:pic>
      <p:sp>
        <p:nvSpPr>
          <p:cNvPr id="34" name="F_画面名2">
            <a:extLst>
              <a:ext uri="{FF2B5EF4-FFF2-40B4-BE49-F238E27FC236}">
                <a16:creationId xmlns:a16="http://schemas.microsoft.com/office/drawing/2014/main" id="{2A62A4D5-7ADC-C971-5361-99511095CD3D}"/>
              </a:ext>
            </a:extLst>
          </p:cNvPr>
          <p:cNvSpPr txBox="1"/>
          <p:nvPr/>
        </p:nvSpPr>
        <p:spPr>
          <a:xfrm>
            <a:off x="6755104" y="4318000"/>
            <a:ext cx="1869488"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2</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sp>
        <p:nvSpPr>
          <p:cNvPr id="27" name="V_軸_枠">
            <a:extLst>
              <a:ext uri="{FF2B5EF4-FFF2-40B4-BE49-F238E27FC236}">
                <a16:creationId xmlns:a16="http://schemas.microsoft.com/office/drawing/2014/main" id="{905953ED-5FA8-9E8D-EB62-940697CB6176}"/>
              </a:ext>
            </a:extLst>
          </p:cNvPr>
          <p:cNvSpPr/>
          <p:nvPr/>
        </p:nvSpPr>
        <p:spPr>
          <a:xfrm>
            <a:off x="228600" y="4902200"/>
            <a:ext cx="8686800" cy="16764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V_軸_題">
            <a:extLst>
              <a:ext uri="{FF2B5EF4-FFF2-40B4-BE49-F238E27FC236}">
                <a16:creationId xmlns:a16="http://schemas.microsoft.com/office/drawing/2014/main" id="{5AA64BCA-4040-1A46-83DB-DE02D0A8F1C3}"/>
              </a:ext>
            </a:extLst>
          </p:cNvPr>
          <p:cNvSpPr txBox="1"/>
          <p:nvPr/>
        </p:nvSpPr>
        <p:spPr>
          <a:xfrm>
            <a:off x="431800" y="4978400"/>
            <a:ext cx="4572000" cy="369332"/>
          </a:xfrm>
          <a:prstGeom prst="rect">
            <a:avLst/>
          </a:prstGeom>
          <a:noFill/>
        </p:spPr>
        <p:txBody>
          <a:bodyPr vert="horz" wrap="square" lIns="0" tIns="0" rIns="0" bIns="0" rtlCol="0" anchor="ctr">
            <a:noAutofit/>
          </a:bodyPr>
          <a:lstStyle/>
          <a:p>
            <a:r>
              <a:rPr kumimoji="1" lang="ja-JP" altLang="en-US" b="1" dirty="0">
                <a:solidFill>
                  <a:srgbClr val="1B2731"/>
                </a:solidFill>
                <a:latin typeface="Noto Sans JP" panose="020B0200000000000000" pitchFamily="50" charset="-128"/>
                <a:ea typeface="Noto Sans JP" panose="020B0200000000000000" pitchFamily="50" charset="-128"/>
              </a:rPr>
              <a:t>試験日から逆算して配分する</a:t>
            </a:r>
          </a:p>
        </p:txBody>
      </p:sp>
      <p:sp>
        <p:nvSpPr>
          <p:cNvPr id="36" name="V_軸_理解 → 演習 → 復習で単元を進める">
            <a:extLst>
              <a:ext uri="{FF2B5EF4-FFF2-40B4-BE49-F238E27FC236}">
                <a16:creationId xmlns:a16="http://schemas.microsoft.com/office/drawing/2014/main" id="{9384068F-C0F5-C3E6-E425-AF9F4AFE7AD5}"/>
              </a:ext>
            </a:extLst>
          </p:cNvPr>
          <p:cNvSpPr/>
          <p:nvPr/>
        </p:nvSpPr>
        <p:spPr>
          <a:xfrm>
            <a:off x="762000" y="5740400"/>
            <a:ext cx="5410200" cy="177800"/>
          </a:xfrm>
          <a:prstGeom prst="rect">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V_軸字_理解 → 演習 → 復習で単元を進める">
            <a:extLst>
              <a:ext uri="{FF2B5EF4-FFF2-40B4-BE49-F238E27FC236}">
                <a16:creationId xmlns:a16="http://schemas.microsoft.com/office/drawing/2014/main" id="{120DCE2D-D1F8-3AF7-36A6-855D4E5F9757}"/>
              </a:ext>
            </a:extLst>
          </p:cNvPr>
          <p:cNvSpPr txBox="1"/>
          <p:nvPr/>
        </p:nvSpPr>
        <p:spPr>
          <a:xfrm>
            <a:off x="762000" y="5388945"/>
            <a:ext cx="5410200" cy="369332"/>
          </a:xfrm>
          <a:prstGeom prst="rect">
            <a:avLst/>
          </a:prstGeom>
          <a:noFill/>
        </p:spPr>
        <p:txBody>
          <a:bodyPr vert="horz" wrap="square" lIns="0" tIns="0" rIns="0" bIns="0" rtlCol="0" anchor="ctr">
            <a:noAutofit/>
          </a:bodyPr>
          <a:lstStyle/>
          <a:p>
            <a:pPr algn="ctr"/>
            <a:r>
              <a:rPr kumimoji="1" lang="ja-JP" altLang="en-US" sz="1600" b="1" dirty="0">
                <a:solidFill>
                  <a:srgbClr val="2350B5"/>
                </a:solidFill>
                <a:latin typeface="Noto Sans JP" panose="020B0200000000000000" pitchFamily="50" charset="-128"/>
                <a:ea typeface="Noto Sans JP" panose="020B0200000000000000" pitchFamily="50" charset="-128"/>
              </a:rPr>
              <a:t>理解 → 演習 → 復習で単元を進める</a:t>
            </a:r>
          </a:p>
        </p:txBody>
      </p:sp>
      <p:sp>
        <p:nvSpPr>
          <p:cNvPr id="38" name="V_軸_復習">
            <a:extLst>
              <a:ext uri="{FF2B5EF4-FFF2-40B4-BE49-F238E27FC236}">
                <a16:creationId xmlns:a16="http://schemas.microsoft.com/office/drawing/2014/main" id="{4DE77BFC-F51C-53D8-A3D3-CE894AA89D61}"/>
              </a:ext>
            </a:extLst>
          </p:cNvPr>
          <p:cNvSpPr/>
          <p:nvPr/>
        </p:nvSpPr>
        <p:spPr>
          <a:xfrm>
            <a:off x="6172200" y="5740400"/>
            <a:ext cx="1257300" cy="177800"/>
          </a:xfrm>
          <a:prstGeom prst="rect">
            <a:avLst/>
          </a:prstGeom>
          <a:solidFill>
            <a:srgbClr val="6F8F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V_軸字_復習">
            <a:extLst>
              <a:ext uri="{FF2B5EF4-FFF2-40B4-BE49-F238E27FC236}">
                <a16:creationId xmlns:a16="http://schemas.microsoft.com/office/drawing/2014/main" id="{0E1AACBC-DF48-A8AD-7848-817CAF6C9565}"/>
              </a:ext>
            </a:extLst>
          </p:cNvPr>
          <p:cNvSpPr txBox="1"/>
          <p:nvPr/>
        </p:nvSpPr>
        <p:spPr>
          <a:xfrm>
            <a:off x="6172200" y="5388945"/>
            <a:ext cx="1257300" cy="369332"/>
          </a:xfrm>
          <a:prstGeom prst="rect">
            <a:avLst/>
          </a:prstGeom>
          <a:noFill/>
        </p:spPr>
        <p:txBody>
          <a:bodyPr vert="horz" wrap="square" lIns="0" tIns="0" rIns="0" bIns="0" rtlCol="0" anchor="ctr">
            <a:noAutofit/>
          </a:bodyPr>
          <a:lstStyle/>
          <a:p>
            <a:pPr algn="ctr"/>
            <a:r>
              <a:rPr kumimoji="1" lang="ja-JP" altLang="en-US" sz="1600" b="1">
                <a:solidFill>
                  <a:srgbClr val="6F8FD6"/>
                </a:solidFill>
                <a:latin typeface="Noto Sans JP" panose="020B0200000000000000" pitchFamily="50" charset="-128"/>
                <a:ea typeface="Noto Sans JP" panose="020B0200000000000000" pitchFamily="50" charset="-128"/>
              </a:rPr>
              <a:t>復習</a:t>
            </a:r>
          </a:p>
        </p:txBody>
      </p:sp>
      <p:sp>
        <p:nvSpPr>
          <p:cNvPr id="40" name="V_軸_総復習">
            <a:extLst>
              <a:ext uri="{FF2B5EF4-FFF2-40B4-BE49-F238E27FC236}">
                <a16:creationId xmlns:a16="http://schemas.microsoft.com/office/drawing/2014/main" id="{CFC9341E-A816-62EA-1EB1-3CB50C16AEDD}"/>
              </a:ext>
            </a:extLst>
          </p:cNvPr>
          <p:cNvSpPr/>
          <p:nvPr/>
        </p:nvSpPr>
        <p:spPr>
          <a:xfrm>
            <a:off x="7429500" y="5740400"/>
            <a:ext cx="952500" cy="177800"/>
          </a:xfrm>
          <a:prstGeom prst="rect">
            <a:avLst/>
          </a:prstGeom>
          <a:solidFill>
            <a:srgbClr val="CB742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V_軸字_総復習">
            <a:extLst>
              <a:ext uri="{FF2B5EF4-FFF2-40B4-BE49-F238E27FC236}">
                <a16:creationId xmlns:a16="http://schemas.microsoft.com/office/drawing/2014/main" id="{0A26874A-E7D1-3337-4A7F-4012125680EB}"/>
              </a:ext>
            </a:extLst>
          </p:cNvPr>
          <p:cNvSpPr txBox="1"/>
          <p:nvPr/>
        </p:nvSpPr>
        <p:spPr>
          <a:xfrm>
            <a:off x="7429500" y="5388945"/>
            <a:ext cx="952500" cy="369332"/>
          </a:xfrm>
          <a:prstGeom prst="rect">
            <a:avLst/>
          </a:prstGeom>
          <a:noFill/>
        </p:spPr>
        <p:txBody>
          <a:bodyPr vert="horz" wrap="square" lIns="0" tIns="0" rIns="0" bIns="0" rtlCol="0" anchor="ctr">
            <a:noAutofit/>
          </a:bodyPr>
          <a:lstStyle/>
          <a:p>
            <a:pPr algn="ctr"/>
            <a:r>
              <a:rPr kumimoji="1" lang="ja-JP" altLang="en-US" sz="1600" b="1">
                <a:solidFill>
                  <a:srgbClr val="CB7420"/>
                </a:solidFill>
                <a:latin typeface="Noto Sans JP" panose="020B0200000000000000" pitchFamily="50" charset="-128"/>
                <a:ea typeface="Noto Sans JP" panose="020B0200000000000000" pitchFamily="50" charset="-128"/>
              </a:rPr>
              <a:t>総復習</a:t>
            </a:r>
          </a:p>
        </p:txBody>
      </p:sp>
      <p:sp>
        <p:nvSpPr>
          <p:cNvPr id="42" name="V_軸点0">
            <a:extLst>
              <a:ext uri="{FF2B5EF4-FFF2-40B4-BE49-F238E27FC236}">
                <a16:creationId xmlns:a16="http://schemas.microsoft.com/office/drawing/2014/main" id="{F4E9E62C-4786-2EC7-1BE7-F7CD683CFD66}"/>
              </a:ext>
            </a:extLst>
          </p:cNvPr>
          <p:cNvSpPr/>
          <p:nvPr/>
        </p:nvSpPr>
        <p:spPr>
          <a:xfrm>
            <a:off x="660400" y="5727700"/>
            <a:ext cx="203200" cy="203200"/>
          </a:xfrm>
          <a:prstGeom prst="ellipse">
            <a:avLst/>
          </a:prstGeom>
          <a:solidFill>
            <a:srgbClr val="FFFFFF"/>
          </a:solidFill>
          <a:ln w="38100">
            <a:solidFill>
              <a:srgbClr val="1B27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V_軸印0">
            <a:extLst>
              <a:ext uri="{FF2B5EF4-FFF2-40B4-BE49-F238E27FC236}">
                <a16:creationId xmlns:a16="http://schemas.microsoft.com/office/drawing/2014/main" id="{35368EC3-5405-1CEB-0725-4F70E985D3D8}"/>
              </a:ext>
            </a:extLst>
          </p:cNvPr>
          <p:cNvSpPr txBox="1"/>
          <p:nvPr/>
        </p:nvSpPr>
        <p:spPr>
          <a:xfrm>
            <a:off x="63500" y="5994400"/>
            <a:ext cx="1397000" cy="369332"/>
          </a:xfrm>
          <a:prstGeom prst="rect">
            <a:avLst/>
          </a:prstGeom>
          <a:noFill/>
        </p:spPr>
        <p:txBody>
          <a:bodyPr vert="horz" wrap="square" lIns="0" tIns="0" rIns="0" bIns="0" rtlCol="0" anchor="t">
            <a:noAutofit/>
          </a:bodyPr>
          <a:lstStyle/>
          <a:p>
            <a:pPr algn="ctr"/>
            <a:r>
              <a:rPr kumimoji="1" lang="ja-JP" altLang="en-US" sz="1600" b="1">
                <a:solidFill>
                  <a:srgbClr val="1B2731"/>
                </a:solidFill>
                <a:latin typeface="Noto Sans JP" panose="020B0200000000000000" pitchFamily="50" charset="-128"/>
                <a:ea typeface="Noto Sans JP" panose="020B0200000000000000" pitchFamily="50" charset="-128"/>
              </a:rPr>
              <a:t>今日</a:t>
            </a:r>
          </a:p>
        </p:txBody>
      </p:sp>
      <p:sp>
        <p:nvSpPr>
          <p:cNvPr id="44" name="V_軸点1">
            <a:extLst>
              <a:ext uri="{FF2B5EF4-FFF2-40B4-BE49-F238E27FC236}">
                <a16:creationId xmlns:a16="http://schemas.microsoft.com/office/drawing/2014/main" id="{C1B2AB38-B0C1-C16D-23A7-85EA14A8F215}"/>
              </a:ext>
            </a:extLst>
          </p:cNvPr>
          <p:cNvSpPr/>
          <p:nvPr/>
        </p:nvSpPr>
        <p:spPr>
          <a:xfrm>
            <a:off x="6070600" y="5727700"/>
            <a:ext cx="203200" cy="203200"/>
          </a:xfrm>
          <a:prstGeom prst="ellipse">
            <a:avLst/>
          </a:prstGeom>
          <a:solidFill>
            <a:srgbClr val="FFFFFF"/>
          </a:solidFill>
          <a:ln w="3810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V_軸印1">
            <a:extLst>
              <a:ext uri="{FF2B5EF4-FFF2-40B4-BE49-F238E27FC236}">
                <a16:creationId xmlns:a16="http://schemas.microsoft.com/office/drawing/2014/main" id="{F83E6360-1A93-5147-DD05-24D7B5342501}"/>
              </a:ext>
            </a:extLst>
          </p:cNvPr>
          <p:cNvSpPr txBox="1"/>
          <p:nvPr/>
        </p:nvSpPr>
        <p:spPr>
          <a:xfrm>
            <a:off x="5473700" y="5994400"/>
            <a:ext cx="1397000" cy="369332"/>
          </a:xfrm>
          <a:prstGeom prst="rect">
            <a:avLst/>
          </a:prstGeom>
          <a:noFill/>
        </p:spPr>
        <p:txBody>
          <a:bodyPr vert="horz" wrap="square" lIns="0" tIns="0" rIns="0" bIns="0" rtlCol="0" anchor="t">
            <a:noAutofit/>
          </a:bodyPr>
          <a:lstStyle/>
          <a:p>
            <a:pPr algn="ctr"/>
            <a:r>
              <a:rPr kumimoji="1" lang="en-US" altLang="ja-JP" sz="1600" b="1">
                <a:solidFill>
                  <a:srgbClr val="2350B5"/>
                </a:solidFill>
                <a:latin typeface="Noto Sans JP" panose="020B0200000000000000" pitchFamily="50" charset="-128"/>
                <a:ea typeface="Noto Sans JP" panose="020B0200000000000000" pitchFamily="50" charset="-128"/>
              </a:rPr>
              <a:t>1</a:t>
            </a:r>
            <a:r>
              <a:rPr kumimoji="1" lang="ja-JP" altLang="en-US" sz="1600" b="1">
                <a:solidFill>
                  <a:srgbClr val="2350B5"/>
                </a:solidFill>
                <a:latin typeface="Noto Sans JP" panose="020B0200000000000000" pitchFamily="50" charset="-128"/>
                <a:ea typeface="Noto Sans JP" panose="020B0200000000000000" pitchFamily="50" charset="-128"/>
              </a:rPr>
              <a:t>週間前</a:t>
            </a:r>
            <a:br>
              <a:rPr kumimoji="1" lang="ja-JP" altLang="en-US" sz="1600" b="1">
                <a:solidFill>
                  <a:srgbClr val="2350B5"/>
                </a:solidFill>
                <a:latin typeface="Noto Sans JP" panose="020B0200000000000000" pitchFamily="50" charset="-128"/>
                <a:ea typeface="Noto Sans JP" panose="020B0200000000000000" pitchFamily="50" charset="-128"/>
              </a:rPr>
            </a:br>
            <a:r>
              <a:rPr kumimoji="1" lang="ja-JP" altLang="en-US" sz="1600" b="1">
                <a:solidFill>
                  <a:srgbClr val="2350B5"/>
                </a:solidFill>
                <a:latin typeface="Noto Sans JP" panose="020B0200000000000000" pitchFamily="50" charset="-128"/>
                <a:ea typeface="Noto Sans JP" panose="020B0200000000000000" pitchFamily="50" charset="-128"/>
              </a:rPr>
              <a:t>単元を一巡</a:t>
            </a:r>
          </a:p>
        </p:txBody>
      </p:sp>
      <p:sp>
        <p:nvSpPr>
          <p:cNvPr id="46" name="V_軸点2">
            <a:extLst>
              <a:ext uri="{FF2B5EF4-FFF2-40B4-BE49-F238E27FC236}">
                <a16:creationId xmlns:a16="http://schemas.microsoft.com/office/drawing/2014/main" id="{30C8AC24-7A31-8267-A8DF-57960A63C543}"/>
              </a:ext>
            </a:extLst>
          </p:cNvPr>
          <p:cNvSpPr/>
          <p:nvPr/>
        </p:nvSpPr>
        <p:spPr>
          <a:xfrm>
            <a:off x="7327900" y="5727700"/>
            <a:ext cx="203200" cy="203200"/>
          </a:xfrm>
          <a:prstGeom prst="ellipse">
            <a:avLst/>
          </a:prstGeom>
          <a:solidFill>
            <a:srgbClr val="FFFFFF"/>
          </a:solidFill>
          <a:ln w="38100">
            <a:solidFill>
              <a:srgbClr val="CB74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V_軸印2">
            <a:extLst>
              <a:ext uri="{FF2B5EF4-FFF2-40B4-BE49-F238E27FC236}">
                <a16:creationId xmlns:a16="http://schemas.microsoft.com/office/drawing/2014/main" id="{F38959E1-3D5B-A343-01F6-4C720A3CA36A}"/>
              </a:ext>
            </a:extLst>
          </p:cNvPr>
          <p:cNvSpPr txBox="1"/>
          <p:nvPr/>
        </p:nvSpPr>
        <p:spPr>
          <a:xfrm>
            <a:off x="6731000" y="5994400"/>
            <a:ext cx="1397000" cy="369332"/>
          </a:xfrm>
          <a:prstGeom prst="rect">
            <a:avLst/>
          </a:prstGeom>
          <a:noFill/>
        </p:spPr>
        <p:txBody>
          <a:bodyPr vert="horz" wrap="square" lIns="0" tIns="0" rIns="0" bIns="0" rtlCol="0" anchor="t">
            <a:noAutofit/>
          </a:bodyPr>
          <a:lstStyle/>
          <a:p>
            <a:pPr algn="ctr"/>
            <a:r>
              <a:rPr kumimoji="1" lang="en-US" altLang="ja-JP" sz="1600" b="1">
                <a:solidFill>
                  <a:srgbClr val="CB7420"/>
                </a:solidFill>
                <a:latin typeface="Noto Sans JP" panose="020B0200000000000000" pitchFamily="50" charset="-128"/>
                <a:ea typeface="Noto Sans JP" panose="020B0200000000000000" pitchFamily="50" charset="-128"/>
              </a:rPr>
              <a:t>3</a:t>
            </a:r>
            <a:r>
              <a:rPr kumimoji="1" lang="ja-JP" altLang="en-US" sz="1600" b="1">
                <a:solidFill>
                  <a:srgbClr val="CB7420"/>
                </a:solidFill>
                <a:latin typeface="Noto Sans JP" panose="020B0200000000000000" pitchFamily="50" charset="-128"/>
                <a:ea typeface="Noto Sans JP" panose="020B0200000000000000" pitchFamily="50" charset="-128"/>
              </a:rPr>
              <a:t>日前</a:t>
            </a:r>
          </a:p>
        </p:txBody>
      </p:sp>
      <p:sp>
        <p:nvSpPr>
          <p:cNvPr id="48" name="V_軸点3">
            <a:extLst>
              <a:ext uri="{FF2B5EF4-FFF2-40B4-BE49-F238E27FC236}">
                <a16:creationId xmlns:a16="http://schemas.microsoft.com/office/drawing/2014/main" id="{7BBA871D-AC64-D87A-CE47-B40384024CB1}"/>
              </a:ext>
            </a:extLst>
          </p:cNvPr>
          <p:cNvSpPr/>
          <p:nvPr/>
        </p:nvSpPr>
        <p:spPr>
          <a:xfrm>
            <a:off x="8280400" y="5727700"/>
            <a:ext cx="203200" cy="203200"/>
          </a:xfrm>
          <a:prstGeom prst="ellipse">
            <a:avLst/>
          </a:prstGeom>
          <a:solidFill>
            <a:srgbClr val="FFFFFF"/>
          </a:solidFill>
          <a:ln w="38100">
            <a:solidFill>
              <a:srgbClr val="D02F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V_軸印3">
            <a:extLst>
              <a:ext uri="{FF2B5EF4-FFF2-40B4-BE49-F238E27FC236}">
                <a16:creationId xmlns:a16="http://schemas.microsoft.com/office/drawing/2014/main" id="{A0760C63-8C85-251F-458D-708EC7F09852}"/>
              </a:ext>
            </a:extLst>
          </p:cNvPr>
          <p:cNvSpPr txBox="1"/>
          <p:nvPr/>
        </p:nvSpPr>
        <p:spPr>
          <a:xfrm>
            <a:off x="7683500" y="5994400"/>
            <a:ext cx="1397000" cy="369332"/>
          </a:xfrm>
          <a:prstGeom prst="rect">
            <a:avLst/>
          </a:prstGeom>
          <a:noFill/>
        </p:spPr>
        <p:txBody>
          <a:bodyPr vert="horz" wrap="square" lIns="0" tIns="0" rIns="0" bIns="0" rtlCol="0" anchor="t">
            <a:noAutofit/>
          </a:bodyPr>
          <a:lstStyle/>
          <a:p>
            <a:pPr algn="ctr"/>
            <a:r>
              <a:rPr kumimoji="1" lang="ja-JP" altLang="en-US" sz="1600" b="1">
                <a:solidFill>
                  <a:srgbClr val="D02F2B"/>
                </a:solidFill>
                <a:latin typeface="Noto Sans JP" panose="020B0200000000000000" pitchFamily="50" charset="-128"/>
                <a:ea typeface="Noto Sans JP" panose="020B0200000000000000" pitchFamily="50" charset="-128"/>
              </a:rPr>
              <a:t>試験</a:t>
            </a:r>
          </a:p>
        </p:txBody>
      </p:sp>
      <p:sp>
        <p:nvSpPr>
          <p:cNvPr id="50" name="V_軸_逆算">
            <a:extLst>
              <a:ext uri="{FF2B5EF4-FFF2-40B4-BE49-F238E27FC236}">
                <a16:creationId xmlns:a16="http://schemas.microsoft.com/office/drawing/2014/main" id="{4954CB2D-5685-8037-61AB-94817A3899C6}"/>
              </a:ext>
            </a:extLst>
          </p:cNvPr>
          <p:cNvSpPr txBox="1"/>
          <p:nvPr/>
        </p:nvSpPr>
        <p:spPr>
          <a:xfrm>
            <a:off x="5080000" y="4978400"/>
            <a:ext cx="3632200" cy="369332"/>
          </a:xfrm>
          <a:prstGeom prst="rect">
            <a:avLst/>
          </a:prstGeom>
          <a:noFill/>
        </p:spPr>
        <p:txBody>
          <a:bodyPr vert="horz" wrap="square" lIns="0" tIns="0" rIns="0" bIns="0" rtlCol="0" anchor="ctr">
            <a:noAutofit/>
          </a:bodyPr>
          <a:lstStyle/>
          <a:p>
            <a:pPr algn="r"/>
            <a:r>
              <a:rPr kumimoji="1" lang="ja-JP" altLang="en-US" sz="1600" b="1" dirty="0">
                <a:solidFill>
                  <a:srgbClr val="D02F2B"/>
                </a:solidFill>
                <a:latin typeface="Noto Sans JP" panose="020B0200000000000000" pitchFamily="50" charset="-128"/>
                <a:ea typeface="Noto Sans JP" panose="020B0200000000000000" pitchFamily="50" charset="-128"/>
              </a:rPr>
              <a:t>←←← 試験日から逆に数えて</a:t>
            </a:r>
            <a:r>
              <a:rPr lang="ja-JP" altLang="en-US" sz="1600" b="1" dirty="0">
                <a:solidFill>
                  <a:srgbClr val="D02F2B"/>
                </a:solidFill>
                <a:latin typeface="Noto Sans JP" panose="020B0200000000000000" pitchFamily="50" charset="-128"/>
                <a:ea typeface="Noto Sans JP" panose="020B0200000000000000" pitchFamily="50" charset="-128"/>
              </a:rPr>
              <a:t>決定</a:t>
            </a:r>
            <a:endParaRPr kumimoji="1" lang="ja-JP" altLang="en-US" sz="1600" b="1" dirty="0">
              <a:solidFill>
                <a:srgbClr val="D02F2B"/>
              </a:solidFill>
              <a:latin typeface="Noto Sans JP" panose="020B0200000000000000" pitchFamily="50" charset="-128"/>
              <a:ea typeface="Noto Sans JP" panose="020B0200000000000000" pitchFamily="50" charset="-128"/>
            </a:endParaRPr>
          </a:p>
        </p:txBody>
      </p:sp>
      <p:pic>
        <p:nvPicPr>
          <p:cNvPr id="22" name="LOGO_帯">
            <a:extLst>
              <a:ext uri="{FF2B5EF4-FFF2-40B4-BE49-F238E27FC236}">
                <a16:creationId xmlns:a16="http://schemas.microsoft.com/office/drawing/2014/main" id="{B5E0CBB2-A504-9D30-046D-FBC4283CF49E}"/>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352531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7BE52A72-618D-FA10-3546-8CA380EB4F0E}"/>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P06</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43074"/>
            <a:ext cx="5840060" cy="615553"/>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300" b="1">
                <a:solidFill>
                  <a:schemeClr val="bg1"/>
                </a:solidFill>
                <a:latin typeface="Noto Sans JP" panose="020B0200000000000000" pitchFamily="50" charset="-128"/>
                <a:ea typeface="Noto Sans JP" panose="020B0200000000000000" pitchFamily="50" charset="-128"/>
              </a:rPr>
              <a:t>機能③ </a:t>
            </a:r>
            <a:r>
              <a:rPr lang="en-US" altLang="ja-JP" sz="3300" b="1">
                <a:solidFill>
                  <a:schemeClr val="bg1"/>
                </a:solidFill>
                <a:latin typeface="Noto Sans JP" panose="020B0200000000000000" pitchFamily="50" charset="-128"/>
                <a:ea typeface="Noto Sans JP" panose="020B0200000000000000" pitchFamily="50" charset="-128"/>
              </a:rPr>
              <a:t>-</a:t>
            </a:r>
            <a:r>
              <a:rPr lang="ja-JP" altLang="en-US" sz="3300" b="1">
                <a:solidFill>
                  <a:schemeClr val="bg1"/>
                </a:solidFill>
                <a:latin typeface="Noto Sans JP" panose="020B0200000000000000" pitchFamily="50" charset="-128"/>
                <a:ea typeface="Noto Sans JP" panose="020B0200000000000000" pitchFamily="50" charset="-128"/>
              </a:rPr>
              <a:t>苦手科目の重点配分</a:t>
            </a:r>
            <a:r>
              <a:rPr lang="en-US" altLang="ja-JP" sz="3300" b="1">
                <a:solidFill>
                  <a:schemeClr val="bg1"/>
                </a:solidFill>
                <a:latin typeface="Noto Sans JP" panose="020B0200000000000000" pitchFamily="50" charset="-128"/>
                <a:ea typeface="Noto Sans JP" panose="020B0200000000000000" pitchFamily="50" charset="-128"/>
              </a:rPr>
              <a:t>-</a:t>
            </a:r>
            <a:endParaRPr lang="ja-JP" altLang="en-US" sz="3300" b="1" dirty="0">
              <a:solidFill>
                <a:schemeClr val="bg1"/>
              </a:solidFill>
              <a:latin typeface="Noto Sans JP" panose="020B0200000000000000" pitchFamily="50" charset="-128"/>
              <a:ea typeface="Noto Sans JP" panose="020B0200000000000000" pitchFamily="50" charset="-128"/>
            </a:endParaRPr>
          </a:p>
        </p:txBody>
      </p:sp>
      <p:sp>
        <p:nvSpPr>
          <p:cNvPr id="16" name="F_説明枠1">
            <a:extLst>
              <a:ext uri="{FF2B5EF4-FFF2-40B4-BE49-F238E27FC236}">
                <a16:creationId xmlns:a16="http://schemas.microsoft.com/office/drawing/2014/main" id="{28E0679F-A351-A4A3-42A3-7B0D6A00C3C3}"/>
              </a:ext>
            </a:extLst>
          </p:cNvPr>
          <p:cNvSpPr/>
          <p:nvPr/>
        </p:nvSpPr>
        <p:spPr>
          <a:xfrm>
            <a:off x="228600" y="3098800"/>
            <a:ext cx="4495800" cy="1625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F_説明点1">
            <a:extLst>
              <a:ext uri="{FF2B5EF4-FFF2-40B4-BE49-F238E27FC236}">
                <a16:creationId xmlns:a16="http://schemas.microsoft.com/office/drawing/2014/main" id="{6BB82104-0798-105D-37DA-3825DEE8C218}"/>
              </a:ext>
            </a:extLst>
          </p:cNvPr>
          <p:cNvSpPr/>
          <p:nvPr/>
        </p:nvSpPr>
        <p:spPr>
          <a:xfrm>
            <a:off x="381000" y="32385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F_説明題1">
            <a:extLst>
              <a:ext uri="{FF2B5EF4-FFF2-40B4-BE49-F238E27FC236}">
                <a16:creationId xmlns:a16="http://schemas.microsoft.com/office/drawing/2014/main" id="{0DC181A5-D481-DD66-867E-13B59F1118E9}"/>
              </a:ext>
            </a:extLst>
          </p:cNvPr>
          <p:cNvSpPr txBox="1"/>
          <p:nvPr/>
        </p:nvSpPr>
        <p:spPr>
          <a:xfrm>
            <a:off x="609600" y="3149600"/>
            <a:ext cx="40132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苦手ほど多く・早めに</a:t>
            </a:r>
          </a:p>
        </p:txBody>
      </p:sp>
      <p:sp>
        <p:nvSpPr>
          <p:cNvPr id="19" name="F_説明白1">
            <a:extLst>
              <a:ext uri="{FF2B5EF4-FFF2-40B4-BE49-F238E27FC236}">
                <a16:creationId xmlns:a16="http://schemas.microsoft.com/office/drawing/2014/main" id="{E05A38A0-3A5B-6FA7-9772-6B3E0F847AAC}"/>
              </a:ext>
            </a:extLst>
          </p:cNvPr>
          <p:cNvSpPr/>
          <p:nvPr/>
        </p:nvSpPr>
        <p:spPr>
          <a:xfrm>
            <a:off x="304800" y="3479800"/>
            <a:ext cx="4343400" cy="1168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F_説明文1">
            <a:extLst>
              <a:ext uri="{FF2B5EF4-FFF2-40B4-BE49-F238E27FC236}">
                <a16:creationId xmlns:a16="http://schemas.microsoft.com/office/drawing/2014/main" id="{DFC55E3C-96A5-24A2-E4C3-CA1C7381CB5F}"/>
              </a:ext>
            </a:extLst>
          </p:cNvPr>
          <p:cNvSpPr txBox="1"/>
          <p:nvPr/>
        </p:nvSpPr>
        <p:spPr>
          <a:xfrm>
            <a:off x="431800" y="3556000"/>
            <a:ext cx="40894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「残りの量 </a:t>
            </a:r>
            <a:r>
              <a:rPr kumimoji="1" lang="en-US" altLang="ja-JP" sz="1400" b="1" dirty="0">
                <a:solidFill>
                  <a:srgbClr val="1B2731"/>
                </a:solidFill>
                <a:latin typeface="Noto Sans JP" panose="020B0200000000000000" pitchFamily="50" charset="-128"/>
                <a:ea typeface="Noto Sans JP" panose="020B0200000000000000" pitchFamily="50" charset="-128"/>
              </a:rPr>
              <a:t>÷ </a:t>
            </a:r>
            <a:r>
              <a:rPr kumimoji="1" lang="ja-JP" altLang="en-US" sz="1400" b="1" dirty="0">
                <a:solidFill>
                  <a:srgbClr val="1B2731"/>
                </a:solidFill>
                <a:latin typeface="Noto Sans JP" panose="020B0200000000000000" pitchFamily="50" charset="-128"/>
                <a:ea typeface="Noto Sans JP" panose="020B0200000000000000" pitchFamily="50" charset="-128"/>
              </a:rPr>
              <a:t>試験までの時間 </a:t>
            </a:r>
            <a:r>
              <a:rPr kumimoji="1" lang="en-US" altLang="ja-JP" sz="1400" b="1" dirty="0">
                <a:solidFill>
                  <a:srgbClr val="1B2731"/>
                </a:solidFill>
                <a:latin typeface="Noto Sans JP" panose="020B0200000000000000" pitchFamily="50" charset="-128"/>
                <a:ea typeface="Noto Sans JP" panose="020B0200000000000000" pitchFamily="50" charset="-128"/>
              </a:rPr>
              <a:t>× </a:t>
            </a:r>
            <a:r>
              <a:rPr kumimoji="1" lang="ja-JP" altLang="en-US" sz="1400" b="1" dirty="0">
                <a:solidFill>
                  <a:srgbClr val="D02F2B"/>
                </a:solidFill>
                <a:latin typeface="Noto Sans JP" panose="020B0200000000000000" pitchFamily="50" charset="-128"/>
                <a:ea typeface="Noto Sans JP" panose="020B0200000000000000" pitchFamily="50" charset="-128"/>
              </a:rPr>
              <a:t>苦手の重み</a:t>
            </a:r>
            <a:r>
              <a:rPr kumimoji="1" lang="ja-JP" altLang="en-US" sz="1400" b="1" dirty="0">
                <a:solidFill>
                  <a:srgbClr val="1B2731"/>
                </a:solidFill>
                <a:latin typeface="Noto Sans JP" panose="020B0200000000000000" pitchFamily="50" charset="-128"/>
                <a:ea typeface="Noto Sans JP" panose="020B0200000000000000" pitchFamily="50" charset="-128"/>
              </a:rPr>
              <a:t>」で次のコマの科目を決める。重みは理解度</a:t>
            </a:r>
            <a:r>
              <a:rPr kumimoji="1" lang="en-US" altLang="ja-JP" sz="1400" b="1" dirty="0">
                <a:solidFill>
                  <a:srgbClr val="1B2731"/>
                </a:solidFill>
                <a:latin typeface="Noto Sans JP" panose="020B0200000000000000" pitchFamily="50" charset="-128"/>
                <a:ea typeface="Noto Sans JP" panose="020B0200000000000000" pitchFamily="50" charset="-128"/>
              </a:rPr>
              <a:t>1</a:t>
            </a:r>
            <a:r>
              <a:rPr kumimoji="1" lang="ja-JP" altLang="en-US" sz="1400" b="1" dirty="0">
                <a:solidFill>
                  <a:srgbClr val="1B2731"/>
                </a:solidFill>
                <a:latin typeface="Noto Sans JP" panose="020B0200000000000000" pitchFamily="50" charset="-128"/>
                <a:ea typeface="Noto Sans JP" panose="020B0200000000000000" pitchFamily="50" charset="-128"/>
              </a:rPr>
              <a:t>（ほぼゼロ）が</a:t>
            </a:r>
            <a:r>
              <a:rPr kumimoji="1" lang="en-US" altLang="ja-JP" sz="1400" b="1" dirty="0">
                <a:solidFill>
                  <a:srgbClr val="D02F2B"/>
                </a:solidFill>
                <a:latin typeface="Noto Sans JP" panose="020B0200000000000000" pitchFamily="50" charset="-128"/>
                <a:ea typeface="Noto Sans JP" panose="020B0200000000000000" pitchFamily="50" charset="-128"/>
              </a:rPr>
              <a:t>1.6</a:t>
            </a:r>
            <a:r>
              <a:rPr kumimoji="1" lang="ja-JP" altLang="en-US" sz="1400" b="1" dirty="0">
                <a:solidFill>
                  <a:srgbClr val="D02F2B"/>
                </a:solidFill>
                <a:latin typeface="Noto Sans JP" panose="020B0200000000000000" pitchFamily="50" charset="-128"/>
                <a:ea typeface="Noto Sans JP" panose="020B0200000000000000" pitchFamily="50" charset="-128"/>
              </a:rPr>
              <a:t>倍</a:t>
            </a:r>
            <a:r>
              <a:rPr kumimoji="1" lang="ja-JP" altLang="en-US" sz="1400" b="1" dirty="0">
                <a:solidFill>
                  <a:srgbClr val="1B2731"/>
                </a:solidFill>
                <a:latin typeface="Noto Sans JP" panose="020B0200000000000000" pitchFamily="50" charset="-128"/>
                <a:ea typeface="Noto Sans JP" panose="020B0200000000000000" pitchFamily="50" charset="-128"/>
              </a:rPr>
              <a:t>、理解度</a:t>
            </a:r>
            <a:r>
              <a:rPr kumimoji="1" lang="en-US" altLang="ja-JP" sz="1400" b="1" dirty="0">
                <a:solidFill>
                  <a:srgbClr val="1B2731"/>
                </a:solidFill>
                <a:latin typeface="Noto Sans JP" panose="020B0200000000000000" pitchFamily="50" charset="-128"/>
                <a:ea typeface="Noto Sans JP" panose="020B0200000000000000" pitchFamily="50" charset="-128"/>
              </a:rPr>
              <a:t>5</a:t>
            </a:r>
            <a:r>
              <a:rPr kumimoji="1" lang="ja-JP" altLang="en-US" sz="1400" b="1" dirty="0">
                <a:solidFill>
                  <a:srgbClr val="1B2731"/>
                </a:solidFill>
                <a:latin typeface="Noto Sans JP" panose="020B0200000000000000" pitchFamily="50" charset="-128"/>
                <a:ea typeface="Noto Sans JP" panose="020B0200000000000000" pitchFamily="50" charset="-128"/>
              </a:rPr>
              <a:t>（ほぼ完璧）が</a:t>
            </a:r>
            <a:r>
              <a:rPr kumimoji="1" lang="en-US" altLang="ja-JP" sz="1400" b="1" dirty="0">
                <a:solidFill>
                  <a:srgbClr val="1B2731"/>
                </a:solidFill>
                <a:latin typeface="Noto Sans JP" panose="020B0200000000000000" pitchFamily="50" charset="-128"/>
                <a:ea typeface="Noto Sans JP" panose="020B0200000000000000" pitchFamily="50" charset="-128"/>
              </a:rPr>
              <a:t>0.6</a:t>
            </a:r>
            <a:r>
              <a:rPr kumimoji="1" lang="ja-JP" altLang="en-US" sz="1400" b="1" dirty="0">
                <a:solidFill>
                  <a:srgbClr val="1B2731"/>
                </a:solidFill>
                <a:latin typeface="Noto Sans JP" panose="020B0200000000000000" pitchFamily="50" charset="-128"/>
                <a:ea typeface="Noto Sans JP" panose="020B0200000000000000" pitchFamily="50" charset="-128"/>
              </a:rPr>
              <a:t>倍。</a:t>
            </a:r>
          </a:p>
        </p:txBody>
      </p:sp>
      <p:sp>
        <p:nvSpPr>
          <p:cNvPr id="21" name="F_説明枠2">
            <a:extLst>
              <a:ext uri="{FF2B5EF4-FFF2-40B4-BE49-F238E27FC236}">
                <a16:creationId xmlns:a16="http://schemas.microsoft.com/office/drawing/2014/main" id="{CA0C9984-7801-2B53-AB13-D11BB1E910C8}"/>
              </a:ext>
            </a:extLst>
          </p:cNvPr>
          <p:cNvSpPr/>
          <p:nvPr/>
        </p:nvSpPr>
        <p:spPr>
          <a:xfrm>
            <a:off x="228600" y="4876800"/>
            <a:ext cx="4495800" cy="1625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F_説明点2">
            <a:extLst>
              <a:ext uri="{FF2B5EF4-FFF2-40B4-BE49-F238E27FC236}">
                <a16:creationId xmlns:a16="http://schemas.microsoft.com/office/drawing/2014/main" id="{1A2EF902-969B-68AB-1A28-B1EC903F7BE2}"/>
              </a:ext>
            </a:extLst>
          </p:cNvPr>
          <p:cNvSpPr/>
          <p:nvPr/>
        </p:nvSpPr>
        <p:spPr>
          <a:xfrm>
            <a:off x="381000" y="50165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F_説明題2">
            <a:extLst>
              <a:ext uri="{FF2B5EF4-FFF2-40B4-BE49-F238E27FC236}">
                <a16:creationId xmlns:a16="http://schemas.microsoft.com/office/drawing/2014/main" id="{CADA937B-1525-EB49-157F-22C54EF542AD}"/>
              </a:ext>
            </a:extLst>
          </p:cNvPr>
          <p:cNvSpPr txBox="1"/>
          <p:nvPr/>
        </p:nvSpPr>
        <p:spPr>
          <a:xfrm>
            <a:off x="609600" y="4927600"/>
            <a:ext cx="4013200" cy="369332"/>
          </a:xfrm>
          <a:prstGeom prst="rect">
            <a:avLst/>
          </a:prstGeom>
          <a:noFill/>
        </p:spPr>
        <p:txBody>
          <a:bodyPr vert="horz" wrap="square" lIns="0" tIns="0" rIns="0" bIns="0" rtlCol="0" anchor="ctr">
            <a:noAutofit/>
          </a:bodyPr>
          <a:lstStyle/>
          <a:p>
            <a:r>
              <a:rPr kumimoji="1" lang="ja-JP" altLang="en-US" sz="1600" b="1">
                <a:solidFill>
                  <a:srgbClr val="1B2731"/>
                </a:solidFill>
                <a:latin typeface="Noto Sans JP" panose="020B0200000000000000" pitchFamily="50" charset="-128"/>
                <a:ea typeface="Noto Sans JP" panose="020B0200000000000000" pitchFamily="50" charset="-128"/>
              </a:rPr>
              <a:t>手応えで復習の回数を変える</a:t>
            </a:r>
          </a:p>
        </p:txBody>
      </p:sp>
      <p:sp>
        <p:nvSpPr>
          <p:cNvPr id="24" name="F_説明白2">
            <a:extLst>
              <a:ext uri="{FF2B5EF4-FFF2-40B4-BE49-F238E27FC236}">
                <a16:creationId xmlns:a16="http://schemas.microsoft.com/office/drawing/2014/main" id="{ACDFF7E6-FB67-73DC-2023-291546EFDB88}"/>
              </a:ext>
            </a:extLst>
          </p:cNvPr>
          <p:cNvSpPr/>
          <p:nvPr/>
        </p:nvSpPr>
        <p:spPr>
          <a:xfrm>
            <a:off x="304800" y="5257800"/>
            <a:ext cx="4343400" cy="1168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F_説明文2">
            <a:extLst>
              <a:ext uri="{FF2B5EF4-FFF2-40B4-BE49-F238E27FC236}">
                <a16:creationId xmlns:a16="http://schemas.microsoft.com/office/drawing/2014/main" id="{375E8B3C-8227-DB26-38D2-08663C86B3A0}"/>
              </a:ext>
            </a:extLst>
          </p:cNvPr>
          <p:cNvSpPr txBox="1"/>
          <p:nvPr/>
        </p:nvSpPr>
        <p:spPr>
          <a:xfrm>
            <a:off x="431800" y="5334000"/>
            <a:ext cx="40894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コマを終えたときの手応えが「</a:t>
            </a:r>
            <a:r>
              <a:rPr kumimoji="1" lang="ja-JP" altLang="en-US" sz="1400" b="1" dirty="0">
                <a:solidFill>
                  <a:srgbClr val="D02F2B"/>
                </a:solidFill>
                <a:latin typeface="Noto Sans JP" panose="020B0200000000000000" pitchFamily="50" charset="-128"/>
                <a:ea typeface="Noto Sans JP" panose="020B0200000000000000" pitchFamily="50" charset="-128"/>
              </a:rPr>
              <a:t>むずかしい</a:t>
            </a:r>
            <a:r>
              <a:rPr kumimoji="1" lang="ja-JP" altLang="en-US" sz="1400" b="1" dirty="0">
                <a:solidFill>
                  <a:srgbClr val="1B2731"/>
                </a:solidFill>
                <a:latin typeface="Noto Sans JP" panose="020B0200000000000000" pitchFamily="50" charset="-128"/>
                <a:ea typeface="Noto Sans JP" panose="020B0200000000000000" pitchFamily="50" charset="-128"/>
              </a:rPr>
              <a:t>」なら復習を</a:t>
            </a:r>
            <a:r>
              <a:rPr kumimoji="1" lang="en-US" altLang="ja-JP" sz="1400" b="1" dirty="0">
                <a:solidFill>
                  <a:srgbClr val="D02F2B"/>
                </a:solidFill>
                <a:latin typeface="Noto Sans JP" panose="020B0200000000000000" pitchFamily="50" charset="-128"/>
                <a:ea typeface="Noto Sans JP" panose="020B0200000000000000" pitchFamily="50" charset="-128"/>
              </a:rPr>
              <a:t>1</a:t>
            </a:r>
            <a:r>
              <a:rPr kumimoji="1" lang="ja-JP" altLang="en-US" sz="1400" b="1" dirty="0">
                <a:solidFill>
                  <a:srgbClr val="D02F2B"/>
                </a:solidFill>
                <a:latin typeface="Noto Sans JP" panose="020B0200000000000000" pitchFamily="50" charset="-128"/>
                <a:ea typeface="Noto Sans JP" panose="020B0200000000000000" pitchFamily="50" charset="-128"/>
              </a:rPr>
              <a:t>回ふやし</a:t>
            </a:r>
            <a:r>
              <a:rPr kumimoji="1" lang="ja-JP" altLang="en-US" sz="1400" b="1" dirty="0">
                <a:solidFill>
                  <a:srgbClr val="1B2731"/>
                </a:solidFill>
                <a:latin typeface="Noto Sans JP" panose="020B0200000000000000" pitchFamily="50" charset="-128"/>
                <a:ea typeface="Noto Sans JP" panose="020B0200000000000000" pitchFamily="50" charset="-128"/>
              </a:rPr>
              <a:t>、「</a:t>
            </a:r>
            <a:r>
              <a:rPr kumimoji="1" lang="ja-JP" altLang="en-US" sz="1400" b="1" dirty="0">
                <a:solidFill>
                  <a:srgbClr val="D02F2B"/>
                </a:solidFill>
                <a:latin typeface="Noto Sans JP" panose="020B0200000000000000" pitchFamily="50" charset="-128"/>
                <a:ea typeface="Noto Sans JP" panose="020B0200000000000000" pitchFamily="50" charset="-128"/>
              </a:rPr>
              <a:t>かんたん</a:t>
            </a:r>
            <a:r>
              <a:rPr kumimoji="1" lang="ja-JP" altLang="en-US" sz="1400" b="1" dirty="0">
                <a:solidFill>
                  <a:srgbClr val="1B2731"/>
                </a:solidFill>
                <a:latin typeface="Noto Sans JP" panose="020B0200000000000000" pitchFamily="50" charset="-128"/>
                <a:ea typeface="Noto Sans JP" panose="020B0200000000000000" pitchFamily="50" charset="-128"/>
              </a:rPr>
              <a:t>」なら</a:t>
            </a:r>
            <a:r>
              <a:rPr kumimoji="1" lang="en-US" altLang="ja-JP" sz="1400" b="1" dirty="0">
                <a:solidFill>
                  <a:srgbClr val="D02F2B"/>
                </a:solidFill>
                <a:latin typeface="Noto Sans JP" panose="020B0200000000000000" pitchFamily="50" charset="-128"/>
                <a:ea typeface="Noto Sans JP" panose="020B0200000000000000" pitchFamily="50" charset="-128"/>
              </a:rPr>
              <a:t>1</a:t>
            </a:r>
            <a:r>
              <a:rPr kumimoji="1" lang="ja-JP" altLang="en-US" sz="1400" b="1" dirty="0">
                <a:solidFill>
                  <a:srgbClr val="D02F2B"/>
                </a:solidFill>
                <a:latin typeface="Noto Sans JP" panose="020B0200000000000000" pitchFamily="50" charset="-128"/>
                <a:ea typeface="Noto Sans JP" panose="020B0200000000000000" pitchFamily="50" charset="-128"/>
              </a:rPr>
              <a:t>回へらす</a:t>
            </a:r>
            <a:r>
              <a:rPr kumimoji="1" lang="ja-JP" altLang="en-US" sz="1400" b="1" dirty="0">
                <a:solidFill>
                  <a:srgbClr val="1B2731"/>
                </a:solidFill>
                <a:latin typeface="Noto Sans JP" panose="020B0200000000000000" pitchFamily="50" charset="-128"/>
                <a:ea typeface="Noto Sans JP" panose="020B0200000000000000" pitchFamily="50" charset="-128"/>
              </a:rPr>
              <a:t>。できる単元に時間を使いすぎない。</a:t>
            </a:r>
          </a:p>
        </p:txBody>
      </p:sp>
      <p:sp>
        <p:nvSpPr>
          <p:cNvPr id="26" name="F_画面枠1">
            <a:extLst>
              <a:ext uri="{FF2B5EF4-FFF2-40B4-BE49-F238E27FC236}">
                <a16:creationId xmlns:a16="http://schemas.microsoft.com/office/drawing/2014/main" id="{2D12233F-C1A2-4E26-26CF-AA488C25E4DF}"/>
              </a:ext>
            </a:extLst>
          </p:cNvPr>
          <p:cNvSpPr/>
          <p:nvPr/>
        </p:nvSpPr>
        <p:spPr>
          <a:xfrm>
            <a:off x="4940300" y="1308100"/>
            <a:ext cx="1992630" cy="41656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F_画面1">
            <a:extLst>
              <a:ext uri="{FF2B5EF4-FFF2-40B4-BE49-F238E27FC236}">
                <a16:creationId xmlns:a16="http://schemas.microsoft.com/office/drawing/2014/main" id="{08114877-EEA4-4D98-1543-69E73315EF3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03800" y="1371600"/>
            <a:ext cx="1865630" cy="4038600"/>
          </a:xfrm>
          <a:prstGeom prst="rect">
            <a:avLst/>
          </a:prstGeom>
        </p:spPr>
      </p:pic>
      <p:sp>
        <p:nvSpPr>
          <p:cNvPr id="29" name="F_画面名1">
            <a:extLst>
              <a:ext uri="{FF2B5EF4-FFF2-40B4-BE49-F238E27FC236}">
                <a16:creationId xmlns:a16="http://schemas.microsoft.com/office/drawing/2014/main" id="{FCD5C9D8-2E89-0643-0F65-C132D393E642}"/>
              </a:ext>
            </a:extLst>
          </p:cNvPr>
          <p:cNvSpPr txBox="1"/>
          <p:nvPr/>
        </p:nvSpPr>
        <p:spPr>
          <a:xfrm>
            <a:off x="4876800" y="5537200"/>
            <a:ext cx="2119630" cy="369332"/>
          </a:xfrm>
          <a:prstGeom prst="rect">
            <a:avLst/>
          </a:prstGeom>
          <a:noFill/>
        </p:spPr>
        <p:txBody>
          <a:bodyPr vert="horz" wrap="square" lIns="0" tIns="0" rIns="0" bIns="0" rtlCol="0" anchor="ctr">
            <a:noAutofit/>
          </a:bodyPr>
          <a:lstStyle/>
          <a:p>
            <a:pPr algn="ctr"/>
            <a:r>
              <a:rPr kumimoji="1" lang="ja-JP" altLang="en-US" sz="1400" b="1" dirty="0">
                <a:solidFill>
                  <a:srgbClr val="1B2731"/>
                </a:solidFill>
                <a:latin typeface="Noto Sans JP" panose="020B0200000000000000" pitchFamily="50" charset="-128"/>
                <a:ea typeface="Noto Sans JP" panose="020B0200000000000000" pitchFamily="50" charset="-128"/>
              </a:rPr>
              <a:t>画面</a:t>
            </a:r>
            <a:r>
              <a:rPr kumimoji="1" lang="en-US" altLang="ja-JP" sz="1400" b="1" dirty="0">
                <a:solidFill>
                  <a:srgbClr val="1B2731"/>
                </a:solidFill>
                <a:latin typeface="Noto Sans JP" panose="020B0200000000000000" pitchFamily="50" charset="-128"/>
                <a:ea typeface="Noto Sans JP" panose="020B0200000000000000" pitchFamily="50" charset="-128"/>
              </a:rPr>
              <a:t>1</a:t>
            </a:r>
            <a:endParaRPr kumimoji="1" lang="ja-JP" altLang="en-US" sz="1400" b="1" dirty="0">
              <a:solidFill>
                <a:srgbClr val="1B2731"/>
              </a:solidFill>
              <a:latin typeface="Noto Sans JP" panose="020B0200000000000000" pitchFamily="50" charset="-128"/>
              <a:ea typeface="Noto Sans JP" panose="020B0200000000000000" pitchFamily="50" charset="-128"/>
            </a:endParaRPr>
          </a:p>
        </p:txBody>
      </p:sp>
      <p:sp>
        <p:nvSpPr>
          <p:cNvPr id="31" name="F_画面枠2">
            <a:extLst>
              <a:ext uri="{FF2B5EF4-FFF2-40B4-BE49-F238E27FC236}">
                <a16:creationId xmlns:a16="http://schemas.microsoft.com/office/drawing/2014/main" id="{C8F0C57A-4244-85F7-3DC5-9305C5986078}"/>
              </a:ext>
            </a:extLst>
          </p:cNvPr>
          <p:cNvSpPr/>
          <p:nvPr/>
        </p:nvSpPr>
        <p:spPr>
          <a:xfrm>
            <a:off x="7009130" y="1308100"/>
            <a:ext cx="1992631" cy="41656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F_画面2">
            <a:extLst>
              <a:ext uri="{FF2B5EF4-FFF2-40B4-BE49-F238E27FC236}">
                <a16:creationId xmlns:a16="http://schemas.microsoft.com/office/drawing/2014/main" id="{BEC61052-3B41-3795-23DF-454C77AEDE4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072630" y="1371600"/>
            <a:ext cx="1865630" cy="4038600"/>
          </a:xfrm>
          <a:prstGeom prst="rect">
            <a:avLst/>
          </a:prstGeom>
        </p:spPr>
      </p:pic>
      <p:sp>
        <p:nvSpPr>
          <p:cNvPr id="34" name="F_画面名2">
            <a:extLst>
              <a:ext uri="{FF2B5EF4-FFF2-40B4-BE49-F238E27FC236}">
                <a16:creationId xmlns:a16="http://schemas.microsoft.com/office/drawing/2014/main" id="{C0989ADA-2E6F-A2D3-49EA-D0C9DFA492CB}"/>
              </a:ext>
            </a:extLst>
          </p:cNvPr>
          <p:cNvSpPr txBox="1"/>
          <p:nvPr/>
        </p:nvSpPr>
        <p:spPr>
          <a:xfrm>
            <a:off x="6945630" y="5537200"/>
            <a:ext cx="2119630"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2</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sp>
        <p:nvSpPr>
          <p:cNvPr id="27" name="V_比較_枠">
            <a:extLst>
              <a:ext uri="{FF2B5EF4-FFF2-40B4-BE49-F238E27FC236}">
                <a16:creationId xmlns:a16="http://schemas.microsoft.com/office/drawing/2014/main" id="{429F2837-6E87-6151-DF15-57068BBC5B8F}"/>
              </a:ext>
            </a:extLst>
          </p:cNvPr>
          <p:cNvSpPr/>
          <p:nvPr/>
        </p:nvSpPr>
        <p:spPr>
          <a:xfrm>
            <a:off x="228600" y="1219200"/>
            <a:ext cx="4495800" cy="1752600"/>
          </a:xfrm>
          <a:prstGeom prst="roundRect">
            <a:avLst>
              <a:gd name="adj" fmla="val 8000"/>
            </a:avLst>
          </a:prstGeom>
          <a:solidFill>
            <a:srgbClr val="FFFFFF"/>
          </a:solidFill>
          <a:ln w="25400">
            <a:solidFill>
              <a:srgbClr val="E3EA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V_比較_題">
            <a:extLst>
              <a:ext uri="{FF2B5EF4-FFF2-40B4-BE49-F238E27FC236}">
                <a16:creationId xmlns:a16="http://schemas.microsoft.com/office/drawing/2014/main" id="{103B3385-4EEE-A5D3-CADC-6F1F8B2B6471}"/>
              </a:ext>
            </a:extLst>
          </p:cNvPr>
          <p:cNvSpPr txBox="1"/>
          <p:nvPr/>
        </p:nvSpPr>
        <p:spPr>
          <a:xfrm>
            <a:off x="330200" y="1332724"/>
            <a:ext cx="4292600" cy="369332"/>
          </a:xfrm>
          <a:prstGeom prst="rect">
            <a:avLst/>
          </a:prstGeom>
          <a:noFill/>
        </p:spPr>
        <p:txBody>
          <a:bodyPr vert="horz" wrap="square" lIns="0" tIns="0" rIns="0" bIns="0" rtlCol="0" anchor="ctr">
            <a:noAutofit/>
          </a:bodyPr>
          <a:lstStyle/>
          <a:p>
            <a:pPr algn="ctr"/>
            <a:r>
              <a:rPr kumimoji="1" lang="ja-JP" altLang="en-US" sz="1600" b="1" dirty="0">
                <a:solidFill>
                  <a:srgbClr val="1B2731"/>
                </a:solidFill>
                <a:latin typeface="Noto Sans JP" panose="020B0200000000000000" pitchFamily="50" charset="-128"/>
                <a:ea typeface="Noto Sans JP" panose="020B0200000000000000" pitchFamily="50" charset="-128"/>
              </a:rPr>
              <a:t>同じ</a:t>
            </a:r>
            <a:r>
              <a:rPr kumimoji="1" lang="en-US" altLang="ja-JP" sz="1600" b="1" dirty="0">
                <a:solidFill>
                  <a:srgbClr val="1B2731"/>
                </a:solidFill>
                <a:latin typeface="Noto Sans JP" panose="020B0200000000000000" pitchFamily="50" charset="-128"/>
                <a:ea typeface="Noto Sans JP" panose="020B0200000000000000" pitchFamily="50" charset="-128"/>
              </a:rPr>
              <a:t>5</a:t>
            </a:r>
            <a:r>
              <a:rPr kumimoji="1" lang="ja-JP" altLang="en-US" sz="1600" b="1" dirty="0">
                <a:solidFill>
                  <a:srgbClr val="1B2731"/>
                </a:solidFill>
                <a:latin typeface="Noto Sans JP" panose="020B0200000000000000" pitchFamily="50" charset="-128"/>
                <a:ea typeface="Noto Sans JP" panose="020B0200000000000000" pitchFamily="50" charset="-128"/>
              </a:rPr>
              <a:t>単元でも、得意不得意で時間を自動配分</a:t>
            </a:r>
          </a:p>
        </p:txBody>
      </p:sp>
      <p:sp>
        <p:nvSpPr>
          <p:cNvPr id="36" name="V_比較_左ラベル">
            <a:extLst>
              <a:ext uri="{FF2B5EF4-FFF2-40B4-BE49-F238E27FC236}">
                <a16:creationId xmlns:a16="http://schemas.microsoft.com/office/drawing/2014/main" id="{51A7011A-86A9-6F86-591A-C21D532879F3}"/>
              </a:ext>
            </a:extLst>
          </p:cNvPr>
          <p:cNvSpPr txBox="1"/>
          <p:nvPr/>
        </p:nvSpPr>
        <p:spPr>
          <a:xfrm>
            <a:off x="326055" y="1731341"/>
            <a:ext cx="2057400" cy="369332"/>
          </a:xfrm>
          <a:prstGeom prst="rect">
            <a:avLst/>
          </a:prstGeom>
          <a:noFill/>
        </p:spPr>
        <p:txBody>
          <a:bodyPr vert="horz" wrap="square" lIns="0" tIns="0" rIns="0" bIns="0" rtlCol="0" anchor="ctr">
            <a:noAutofit/>
          </a:bodyPr>
          <a:lstStyle/>
          <a:p>
            <a:pPr algn="ctr"/>
            <a:r>
              <a:rPr kumimoji="1" lang="ja-JP" altLang="en-US" sz="1600" b="1" dirty="0">
                <a:solidFill>
                  <a:srgbClr val="D02F2B"/>
                </a:solidFill>
                <a:latin typeface="Noto Sans JP" panose="020B0200000000000000" pitchFamily="50" charset="-128"/>
                <a:ea typeface="Noto Sans JP" panose="020B0200000000000000" pitchFamily="50" charset="-128"/>
              </a:rPr>
              <a:t>苦手（理解度</a:t>
            </a:r>
            <a:r>
              <a:rPr kumimoji="1" lang="en-US" altLang="ja-JP" sz="1600" b="1" dirty="0">
                <a:solidFill>
                  <a:srgbClr val="D02F2B"/>
                </a:solidFill>
                <a:latin typeface="Noto Sans JP" panose="020B0200000000000000" pitchFamily="50" charset="-128"/>
                <a:ea typeface="Noto Sans JP" panose="020B0200000000000000" pitchFamily="50" charset="-128"/>
              </a:rPr>
              <a:t>2</a:t>
            </a:r>
            <a:r>
              <a:rPr kumimoji="1" lang="ja-JP" altLang="en-US" sz="1600" b="1" dirty="0">
                <a:solidFill>
                  <a:srgbClr val="D02F2B"/>
                </a:solidFill>
                <a:latin typeface="Noto Sans JP" panose="020B0200000000000000" pitchFamily="50" charset="-128"/>
                <a:ea typeface="Noto Sans JP" panose="020B0200000000000000" pitchFamily="50" charset="-128"/>
              </a:rPr>
              <a:t>）</a:t>
            </a:r>
          </a:p>
        </p:txBody>
      </p:sp>
      <p:sp>
        <p:nvSpPr>
          <p:cNvPr id="37" name="V_比較_左">
            <a:extLst>
              <a:ext uri="{FF2B5EF4-FFF2-40B4-BE49-F238E27FC236}">
                <a16:creationId xmlns:a16="http://schemas.microsoft.com/office/drawing/2014/main" id="{B2F27FFA-BA6C-9C0D-A54F-4679B78C2011}"/>
              </a:ext>
            </a:extLst>
          </p:cNvPr>
          <p:cNvSpPr txBox="1"/>
          <p:nvPr/>
        </p:nvSpPr>
        <p:spPr>
          <a:xfrm>
            <a:off x="326055" y="2041326"/>
            <a:ext cx="2057400" cy="369332"/>
          </a:xfrm>
          <a:prstGeom prst="rect">
            <a:avLst/>
          </a:prstGeom>
          <a:noFill/>
        </p:spPr>
        <p:txBody>
          <a:bodyPr vert="horz" wrap="square" lIns="0" tIns="0" rIns="0" bIns="0" rtlCol="0" anchor="t">
            <a:noAutofit/>
          </a:bodyPr>
          <a:lstStyle/>
          <a:p>
            <a:pPr algn="ctr"/>
            <a:r>
              <a:rPr kumimoji="1" lang="ja-JP" altLang="en-US" sz="3200" b="1" dirty="0">
                <a:solidFill>
                  <a:srgbClr val="D02F2B"/>
                </a:solidFill>
                <a:latin typeface="Noto Sans JP" panose="020B0200000000000000" pitchFamily="50" charset="-128"/>
                <a:ea typeface="Noto Sans JP" panose="020B0200000000000000" pitchFamily="50" charset="-128"/>
              </a:rPr>
              <a:t>約</a:t>
            </a:r>
            <a:r>
              <a:rPr kumimoji="1" lang="en-US" altLang="ja-JP" sz="3200" b="1" dirty="0">
                <a:solidFill>
                  <a:srgbClr val="D02F2B"/>
                </a:solidFill>
                <a:latin typeface="Noto Sans JP" panose="020B0200000000000000" pitchFamily="50" charset="-128"/>
                <a:ea typeface="Noto Sans JP" panose="020B0200000000000000" pitchFamily="50" charset="-128"/>
              </a:rPr>
              <a:t>12</a:t>
            </a:r>
            <a:r>
              <a:rPr kumimoji="1" lang="ja-JP" altLang="en-US" sz="3200" b="1" dirty="0">
                <a:solidFill>
                  <a:srgbClr val="D02F2B"/>
                </a:solidFill>
                <a:latin typeface="Noto Sans JP" panose="020B0200000000000000" pitchFamily="50" charset="-128"/>
                <a:ea typeface="Noto Sans JP" panose="020B0200000000000000" pitchFamily="50" charset="-128"/>
              </a:rPr>
              <a:t>時間</a:t>
            </a:r>
          </a:p>
        </p:txBody>
      </p:sp>
      <p:sp>
        <p:nvSpPr>
          <p:cNvPr id="38" name="V_比較_左科目">
            <a:extLst>
              <a:ext uri="{FF2B5EF4-FFF2-40B4-BE49-F238E27FC236}">
                <a16:creationId xmlns:a16="http://schemas.microsoft.com/office/drawing/2014/main" id="{F9336AB0-4F20-B82B-D50B-3C3DC038F591}"/>
              </a:ext>
            </a:extLst>
          </p:cNvPr>
          <p:cNvSpPr txBox="1"/>
          <p:nvPr/>
        </p:nvSpPr>
        <p:spPr>
          <a:xfrm>
            <a:off x="279400" y="2613100"/>
            <a:ext cx="2057400" cy="369332"/>
          </a:xfrm>
          <a:prstGeom prst="rect">
            <a:avLst/>
          </a:prstGeom>
          <a:noFill/>
        </p:spPr>
        <p:txBody>
          <a:bodyPr vert="horz" wrap="square" lIns="0" tIns="0" rIns="0" bIns="0" rtlCol="0" anchor="ctr">
            <a:noAutofit/>
          </a:bodyPr>
          <a:lstStyle/>
          <a:p>
            <a:pPr algn="ctr"/>
            <a:r>
              <a:rPr kumimoji="1" lang="ja-JP" altLang="en-US" sz="1400" dirty="0">
                <a:solidFill>
                  <a:srgbClr val="4D5E6A"/>
                </a:solidFill>
                <a:latin typeface="Noto Sans JP" panose="020B0200000000000000" pitchFamily="50" charset="-128"/>
                <a:ea typeface="Noto Sans JP" panose="020B0200000000000000" pitchFamily="50" charset="-128"/>
              </a:rPr>
              <a:t>応用数学</a:t>
            </a:r>
          </a:p>
        </p:txBody>
      </p:sp>
      <p:sp>
        <p:nvSpPr>
          <p:cNvPr id="39" name="V_比較_vs">
            <a:extLst>
              <a:ext uri="{FF2B5EF4-FFF2-40B4-BE49-F238E27FC236}">
                <a16:creationId xmlns:a16="http://schemas.microsoft.com/office/drawing/2014/main" id="{EBD8BADD-E304-AA07-29C3-8C1D7B511420}"/>
              </a:ext>
            </a:extLst>
          </p:cNvPr>
          <p:cNvSpPr txBox="1"/>
          <p:nvPr/>
        </p:nvSpPr>
        <p:spPr>
          <a:xfrm>
            <a:off x="2407300" y="2129958"/>
            <a:ext cx="381000" cy="369332"/>
          </a:xfrm>
          <a:prstGeom prst="rect">
            <a:avLst/>
          </a:prstGeom>
          <a:noFill/>
        </p:spPr>
        <p:txBody>
          <a:bodyPr vert="horz" wrap="square" lIns="0" tIns="0" rIns="0" bIns="0" rtlCol="0" anchor="ctr">
            <a:noAutofit/>
          </a:bodyPr>
          <a:lstStyle/>
          <a:p>
            <a:pPr algn="ctr"/>
            <a:r>
              <a:rPr kumimoji="1" lang="en-US" altLang="ja-JP" sz="2000" b="1" dirty="0">
                <a:solidFill>
                  <a:srgbClr val="7F8F99"/>
                </a:solidFill>
                <a:latin typeface="Noto Sans JP" panose="020B0200000000000000" pitchFamily="50" charset="-128"/>
                <a:ea typeface="Noto Sans JP" panose="020B0200000000000000" pitchFamily="50" charset="-128"/>
              </a:rPr>
              <a:t>vs</a:t>
            </a:r>
            <a:endParaRPr kumimoji="1" lang="ja-JP" altLang="en-US" sz="2000" b="1" dirty="0">
              <a:solidFill>
                <a:srgbClr val="7F8F99"/>
              </a:solidFill>
              <a:latin typeface="Noto Sans JP" panose="020B0200000000000000" pitchFamily="50" charset="-128"/>
              <a:ea typeface="Noto Sans JP" panose="020B0200000000000000" pitchFamily="50" charset="-128"/>
            </a:endParaRPr>
          </a:p>
        </p:txBody>
      </p:sp>
      <p:sp>
        <p:nvSpPr>
          <p:cNvPr id="40" name="V_比較_右ラベル">
            <a:extLst>
              <a:ext uri="{FF2B5EF4-FFF2-40B4-BE49-F238E27FC236}">
                <a16:creationId xmlns:a16="http://schemas.microsoft.com/office/drawing/2014/main" id="{9D4FD486-8DE3-7605-7B88-E8FB762BDC06}"/>
              </a:ext>
            </a:extLst>
          </p:cNvPr>
          <p:cNvSpPr txBox="1"/>
          <p:nvPr/>
        </p:nvSpPr>
        <p:spPr>
          <a:xfrm>
            <a:off x="2662855" y="1731341"/>
            <a:ext cx="2057400" cy="369332"/>
          </a:xfrm>
          <a:prstGeom prst="rect">
            <a:avLst/>
          </a:prstGeom>
          <a:noFill/>
        </p:spPr>
        <p:txBody>
          <a:bodyPr vert="horz" wrap="square" lIns="0" tIns="0" rIns="0" bIns="0" rtlCol="0" anchor="ctr">
            <a:noAutofit/>
          </a:bodyPr>
          <a:lstStyle/>
          <a:p>
            <a:pPr algn="ctr"/>
            <a:r>
              <a:rPr kumimoji="1" lang="ja-JP" altLang="en-US" sz="1600" b="1">
                <a:solidFill>
                  <a:srgbClr val="2B8F64"/>
                </a:solidFill>
                <a:latin typeface="Noto Sans JP" panose="020B0200000000000000" pitchFamily="50" charset="-128"/>
                <a:ea typeface="Noto Sans JP" panose="020B0200000000000000" pitchFamily="50" charset="-128"/>
              </a:rPr>
              <a:t>得意（理解度</a:t>
            </a:r>
            <a:r>
              <a:rPr kumimoji="1" lang="en-US" altLang="ja-JP" sz="1600" b="1">
                <a:solidFill>
                  <a:srgbClr val="2B8F64"/>
                </a:solidFill>
                <a:latin typeface="Noto Sans JP" panose="020B0200000000000000" pitchFamily="50" charset="-128"/>
                <a:ea typeface="Noto Sans JP" panose="020B0200000000000000" pitchFamily="50" charset="-128"/>
              </a:rPr>
              <a:t>4</a:t>
            </a:r>
            <a:r>
              <a:rPr kumimoji="1" lang="ja-JP" altLang="en-US" sz="1600" b="1">
                <a:solidFill>
                  <a:srgbClr val="2B8F64"/>
                </a:solidFill>
                <a:latin typeface="Noto Sans JP" panose="020B0200000000000000" pitchFamily="50" charset="-128"/>
                <a:ea typeface="Noto Sans JP" panose="020B0200000000000000" pitchFamily="50" charset="-128"/>
              </a:rPr>
              <a:t>）</a:t>
            </a:r>
          </a:p>
        </p:txBody>
      </p:sp>
      <p:sp>
        <p:nvSpPr>
          <p:cNvPr id="41" name="V_比較_右">
            <a:extLst>
              <a:ext uri="{FF2B5EF4-FFF2-40B4-BE49-F238E27FC236}">
                <a16:creationId xmlns:a16="http://schemas.microsoft.com/office/drawing/2014/main" id="{59568835-EEFF-612F-83E6-803F53EFF166}"/>
              </a:ext>
            </a:extLst>
          </p:cNvPr>
          <p:cNvSpPr txBox="1"/>
          <p:nvPr/>
        </p:nvSpPr>
        <p:spPr>
          <a:xfrm>
            <a:off x="2662855" y="2041326"/>
            <a:ext cx="2057400" cy="369332"/>
          </a:xfrm>
          <a:prstGeom prst="rect">
            <a:avLst/>
          </a:prstGeom>
          <a:noFill/>
        </p:spPr>
        <p:txBody>
          <a:bodyPr vert="horz" wrap="square" lIns="0" tIns="0" rIns="0" bIns="0" rtlCol="0" anchor="t">
            <a:noAutofit/>
          </a:bodyPr>
          <a:lstStyle/>
          <a:p>
            <a:pPr algn="ctr"/>
            <a:r>
              <a:rPr kumimoji="1" lang="ja-JP" altLang="en-US" sz="3200" b="1">
                <a:solidFill>
                  <a:srgbClr val="2B8F64"/>
                </a:solidFill>
                <a:latin typeface="Noto Sans JP" panose="020B0200000000000000" pitchFamily="50" charset="-128"/>
                <a:ea typeface="Noto Sans JP" panose="020B0200000000000000" pitchFamily="50" charset="-128"/>
              </a:rPr>
              <a:t>約</a:t>
            </a:r>
            <a:r>
              <a:rPr kumimoji="1" lang="en-US" altLang="ja-JP" sz="3200" b="1">
                <a:solidFill>
                  <a:srgbClr val="2B8F64"/>
                </a:solidFill>
                <a:latin typeface="Noto Sans JP" panose="020B0200000000000000" pitchFamily="50" charset="-128"/>
                <a:ea typeface="Noto Sans JP" panose="020B0200000000000000" pitchFamily="50" charset="-128"/>
              </a:rPr>
              <a:t>6</a:t>
            </a:r>
            <a:r>
              <a:rPr kumimoji="1" lang="ja-JP" altLang="en-US" sz="3200" b="1">
                <a:solidFill>
                  <a:srgbClr val="2B8F64"/>
                </a:solidFill>
                <a:latin typeface="Noto Sans JP" panose="020B0200000000000000" pitchFamily="50" charset="-128"/>
                <a:ea typeface="Noto Sans JP" panose="020B0200000000000000" pitchFamily="50" charset="-128"/>
              </a:rPr>
              <a:t>時間</a:t>
            </a:r>
          </a:p>
        </p:txBody>
      </p:sp>
      <p:sp>
        <p:nvSpPr>
          <p:cNvPr id="42" name="V_比較_右科目">
            <a:extLst>
              <a:ext uri="{FF2B5EF4-FFF2-40B4-BE49-F238E27FC236}">
                <a16:creationId xmlns:a16="http://schemas.microsoft.com/office/drawing/2014/main" id="{A1480656-E341-C980-5EE0-438EAC174ADD}"/>
              </a:ext>
            </a:extLst>
          </p:cNvPr>
          <p:cNvSpPr txBox="1"/>
          <p:nvPr/>
        </p:nvSpPr>
        <p:spPr>
          <a:xfrm>
            <a:off x="2616200" y="2593716"/>
            <a:ext cx="2057400" cy="369332"/>
          </a:xfrm>
          <a:prstGeom prst="rect">
            <a:avLst/>
          </a:prstGeom>
          <a:noFill/>
        </p:spPr>
        <p:txBody>
          <a:bodyPr vert="horz" wrap="square" lIns="0" tIns="0" rIns="0" bIns="0" rtlCol="0" anchor="ctr">
            <a:noAutofit/>
          </a:bodyPr>
          <a:lstStyle/>
          <a:p>
            <a:pPr algn="ctr"/>
            <a:r>
              <a:rPr kumimoji="1" lang="ja-JP" altLang="en-US" sz="1400" dirty="0">
                <a:solidFill>
                  <a:srgbClr val="4D5E6A"/>
                </a:solidFill>
                <a:latin typeface="Noto Sans JP" panose="020B0200000000000000" pitchFamily="50" charset="-128"/>
                <a:ea typeface="Noto Sans JP" panose="020B0200000000000000" pitchFamily="50" charset="-128"/>
              </a:rPr>
              <a:t>アルゴリズムと</a:t>
            </a:r>
            <a:endParaRPr kumimoji="1" lang="en-US" altLang="ja-JP" sz="1400" dirty="0">
              <a:solidFill>
                <a:srgbClr val="4D5E6A"/>
              </a:solidFill>
              <a:latin typeface="Noto Sans JP" panose="020B0200000000000000" pitchFamily="50" charset="-128"/>
              <a:ea typeface="Noto Sans JP" panose="020B0200000000000000" pitchFamily="50" charset="-128"/>
            </a:endParaRPr>
          </a:p>
          <a:p>
            <a:pPr algn="ctr"/>
            <a:r>
              <a:rPr kumimoji="1" lang="ja-JP" altLang="en-US" sz="1400" dirty="0">
                <a:solidFill>
                  <a:srgbClr val="4D5E6A"/>
                </a:solidFill>
                <a:latin typeface="Noto Sans JP" panose="020B0200000000000000" pitchFamily="50" charset="-128"/>
                <a:ea typeface="Noto Sans JP" panose="020B0200000000000000" pitchFamily="50" charset="-128"/>
              </a:rPr>
              <a:t>データ構造</a:t>
            </a:r>
          </a:p>
        </p:txBody>
      </p:sp>
      <p:pic>
        <p:nvPicPr>
          <p:cNvPr id="5" name="LOGO_帯">
            <a:extLst>
              <a:ext uri="{FF2B5EF4-FFF2-40B4-BE49-F238E27FC236}">
                <a16:creationId xmlns:a16="http://schemas.microsoft.com/office/drawing/2014/main" id="{C41CE415-B2E0-B15A-2EBE-48F19083C8F3}"/>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198553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F58E8A69-0559-1E6F-65B3-D5B11AE8F3E0}"/>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P07</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50768"/>
            <a:ext cx="4403770" cy="600164"/>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300" b="1">
                <a:solidFill>
                  <a:schemeClr val="bg1"/>
                </a:solidFill>
                <a:latin typeface="Noto Sans JP" panose="020B0200000000000000" pitchFamily="50" charset="-128"/>
                <a:ea typeface="Noto Sans JP" panose="020B0200000000000000" pitchFamily="50" charset="-128"/>
              </a:rPr>
              <a:t>機能④ </a:t>
            </a:r>
            <a:r>
              <a:rPr lang="en-US" altLang="ja-JP" sz="3300" b="1">
                <a:solidFill>
                  <a:schemeClr val="bg1"/>
                </a:solidFill>
                <a:latin typeface="Noto Sans JP" panose="020B0200000000000000" pitchFamily="50" charset="-128"/>
                <a:ea typeface="Noto Sans JP" panose="020B0200000000000000" pitchFamily="50" charset="-128"/>
              </a:rPr>
              <a:t>-</a:t>
            </a:r>
            <a:r>
              <a:rPr lang="ja-JP" altLang="en-US" sz="3300" b="1">
                <a:solidFill>
                  <a:schemeClr val="bg1"/>
                </a:solidFill>
                <a:latin typeface="Noto Sans JP" panose="020B0200000000000000" pitchFamily="50" charset="-128"/>
                <a:ea typeface="Noto Sans JP" panose="020B0200000000000000" pitchFamily="50" charset="-128"/>
              </a:rPr>
              <a:t>計画の再調整</a:t>
            </a:r>
            <a:r>
              <a:rPr lang="en-US" altLang="ja-JP" sz="3300" b="1">
                <a:solidFill>
                  <a:schemeClr val="bg1"/>
                </a:solidFill>
                <a:latin typeface="Noto Sans JP" panose="020B0200000000000000" pitchFamily="50" charset="-128"/>
                <a:ea typeface="Noto Sans JP" panose="020B0200000000000000" pitchFamily="50" charset="-128"/>
              </a:rPr>
              <a:t>-</a:t>
            </a:r>
            <a:endParaRPr lang="ja-JP" altLang="en-US" sz="3300" b="1" dirty="0">
              <a:solidFill>
                <a:schemeClr val="bg1"/>
              </a:solidFill>
              <a:latin typeface="Noto Sans JP" panose="020B0200000000000000" pitchFamily="50" charset="-128"/>
              <a:ea typeface="Noto Sans JP" panose="020B0200000000000000" pitchFamily="50" charset="-128"/>
            </a:endParaRPr>
          </a:p>
        </p:txBody>
      </p:sp>
      <p:sp>
        <p:nvSpPr>
          <p:cNvPr id="26" name="F_画面枠1">
            <a:extLst>
              <a:ext uri="{FF2B5EF4-FFF2-40B4-BE49-F238E27FC236}">
                <a16:creationId xmlns:a16="http://schemas.microsoft.com/office/drawing/2014/main" id="{27FD67F5-AEC2-186C-6AA8-0EFC45B9A2CC}"/>
              </a:ext>
            </a:extLst>
          </p:cNvPr>
          <p:cNvSpPr/>
          <p:nvPr/>
        </p:nvSpPr>
        <p:spPr>
          <a:xfrm>
            <a:off x="2711180" y="1638300"/>
            <a:ext cx="1594121" cy="33020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F_画面1">
            <a:extLst>
              <a:ext uri="{FF2B5EF4-FFF2-40B4-BE49-F238E27FC236}">
                <a16:creationId xmlns:a16="http://schemas.microsoft.com/office/drawing/2014/main" id="{0D47D5CD-DB4B-6402-5003-8CF4BB87A0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774680" y="1701800"/>
            <a:ext cx="1467121" cy="3175000"/>
          </a:xfrm>
          <a:prstGeom prst="rect">
            <a:avLst/>
          </a:prstGeom>
        </p:spPr>
      </p:pic>
      <p:sp>
        <p:nvSpPr>
          <p:cNvPr id="29" name="F_画面名1">
            <a:extLst>
              <a:ext uri="{FF2B5EF4-FFF2-40B4-BE49-F238E27FC236}">
                <a16:creationId xmlns:a16="http://schemas.microsoft.com/office/drawing/2014/main" id="{F7AD2EF4-B670-FD95-2692-11C23AC7C38B}"/>
              </a:ext>
            </a:extLst>
          </p:cNvPr>
          <p:cNvSpPr txBox="1"/>
          <p:nvPr/>
        </p:nvSpPr>
        <p:spPr>
          <a:xfrm>
            <a:off x="2520680" y="4978400"/>
            <a:ext cx="1975121"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1</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sp>
        <p:nvSpPr>
          <p:cNvPr id="31" name="F_画面枠2">
            <a:extLst>
              <a:ext uri="{FF2B5EF4-FFF2-40B4-BE49-F238E27FC236}">
                <a16:creationId xmlns:a16="http://schemas.microsoft.com/office/drawing/2014/main" id="{7DE06C6D-0B29-6B9D-8CBA-301B14C77AC1}"/>
              </a:ext>
            </a:extLst>
          </p:cNvPr>
          <p:cNvSpPr/>
          <p:nvPr/>
        </p:nvSpPr>
        <p:spPr>
          <a:xfrm>
            <a:off x="4838700" y="1638300"/>
            <a:ext cx="1594121" cy="33020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F_画面2">
            <a:extLst>
              <a:ext uri="{FF2B5EF4-FFF2-40B4-BE49-F238E27FC236}">
                <a16:creationId xmlns:a16="http://schemas.microsoft.com/office/drawing/2014/main" id="{33DD9373-077C-1841-06E5-F3C0B4E2F8D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902201" y="1701800"/>
            <a:ext cx="1467121" cy="3175000"/>
          </a:xfrm>
          <a:prstGeom prst="rect">
            <a:avLst/>
          </a:prstGeom>
        </p:spPr>
      </p:pic>
      <p:sp>
        <p:nvSpPr>
          <p:cNvPr id="34" name="F_画面名2">
            <a:extLst>
              <a:ext uri="{FF2B5EF4-FFF2-40B4-BE49-F238E27FC236}">
                <a16:creationId xmlns:a16="http://schemas.microsoft.com/office/drawing/2014/main" id="{C3BEEA90-9479-0F95-2737-9F0C6E405A42}"/>
              </a:ext>
            </a:extLst>
          </p:cNvPr>
          <p:cNvSpPr txBox="1"/>
          <p:nvPr/>
        </p:nvSpPr>
        <p:spPr>
          <a:xfrm>
            <a:off x="4648201" y="4978400"/>
            <a:ext cx="1975121" cy="369332"/>
          </a:xfrm>
          <a:prstGeom prst="rect">
            <a:avLst/>
          </a:prstGeom>
          <a:noFill/>
        </p:spPr>
        <p:txBody>
          <a:bodyPr vert="horz" wrap="square" lIns="0" tIns="0" rIns="0" bIns="0" rtlCol="0" anchor="ctr">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画面</a:t>
            </a:r>
            <a:r>
              <a:rPr kumimoji="1" lang="en-US" altLang="ja-JP" sz="1400" b="1">
                <a:solidFill>
                  <a:srgbClr val="1B2731"/>
                </a:solidFill>
                <a:latin typeface="Noto Sans JP" panose="020B0200000000000000" pitchFamily="50" charset="-128"/>
                <a:ea typeface="Noto Sans JP" panose="020B0200000000000000" pitchFamily="50" charset="-128"/>
              </a:rPr>
              <a:t>2</a:t>
            </a:r>
            <a:endParaRPr kumimoji="1" lang="ja-JP" altLang="en-US" sz="1400" b="1">
              <a:solidFill>
                <a:srgbClr val="1B2731"/>
              </a:solidFill>
              <a:latin typeface="Noto Sans JP" panose="020B0200000000000000" pitchFamily="50" charset="-128"/>
              <a:ea typeface="Noto Sans JP" panose="020B0200000000000000" pitchFamily="50" charset="-128"/>
            </a:endParaRPr>
          </a:p>
        </p:txBody>
      </p:sp>
      <p:sp>
        <p:nvSpPr>
          <p:cNvPr id="27" name="V_帯">
            <a:extLst>
              <a:ext uri="{FF2B5EF4-FFF2-40B4-BE49-F238E27FC236}">
                <a16:creationId xmlns:a16="http://schemas.microsoft.com/office/drawing/2014/main" id="{6759ABB3-72FF-85CB-8D74-03987467A788}"/>
              </a:ext>
            </a:extLst>
          </p:cNvPr>
          <p:cNvSpPr/>
          <p:nvPr/>
        </p:nvSpPr>
        <p:spPr>
          <a:xfrm>
            <a:off x="228600" y="1117600"/>
            <a:ext cx="8686800" cy="431800"/>
          </a:xfrm>
          <a:prstGeom prst="roundRect">
            <a:avLst>
              <a:gd name="adj" fmla="val 30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V_帯字">
            <a:extLst>
              <a:ext uri="{FF2B5EF4-FFF2-40B4-BE49-F238E27FC236}">
                <a16:creationId xmlns:a16="http://schemas.microsoft.com/office/drawing/2014/main" id="{55C3D37D-0013-ED87-4045-1A496633283D}"/>
              </a:ext>
            </a:extLst>
          </p:cNvPr>
          <p:cNvSpPr txBox="1"/>
          <p:nvPr/>
        </p:nvSpPr>
        <p:spPr>
          <a:xfrm>
            <a:off x="228600" y="1143410"/>
            <a:ext cx="8686800" cy="369332"/>
          </a:xfrm>
          <a:prstGeom prst="rect">
            <a:avLst/>
          </a:prstGeom>
          <a:noFill/>
        </p:spPr>
        <p:txBody>
          <a:bodyPr vert="horz" wrap="square" lIns="0" tIns="0" rIns="0" bIns="0" rtlCol="0" anchor="ctr">
            <a:noAutofit/>
          </a:bodyPr>
          <a:lstStyle/>
          <a:p>
            <a:pPr algn="ctr"/>
            <a:r>
              <a:rPr kumimoji="1" lang="ja-JP" altLang="en-US" sz="2000" b="1" dirty="0">
                <a:solidFill>
                  <a:srgbClr val="1B2731"/>
                </a:solidFill>
                <a:latin typeface="Noto Sans JP" panose="020B0200000000000000" pitchFamily="50" charset="-128"/>
                <a:ea typeface="Noto Sans JP" panose="020B0200000000000000" pitchFamily="50" charset="-128"/>
              </a:rPr>
              <a:t>終わらなかったコマは、</a:t>
            </a:r>
            <a:r>
              <a:rPr kumimoji="1" lang="ja-JP" altLang="en-US" sz="2000" b="1" dirty="0">
                <a:solidFill>
                  <a:srgbClr val="D02F2B"/>
                </a:solidFill>
                <a:latin typeface="Noto Sans JP" panose="020B0200000000000000" pitchFamily="50" charset="-128"/>
                <a:ea typeface="Noto Sans JP" panose="020B0200000000000000" pitchFamily="50" charset="-128"/>
              </a:rPr>
              <a:t>翌日以降へ自動で回る</a:t>
            </a:r>
          </a:p>
        </p:txBody>
      </p:sp>
      <p:sp>
        <p:nvSpPr>
          <p:cNvPr id="36" name="V_矢印">
            <a:extLst>
              <a:ext uri="{FF2B5EF4-FFF2-40B4-BE49-F238E27FC236}">
                <a16:creationId xmlns:a16="http://schemas.microsoft.com/office/drawing/2014/main" id="{C33E77F6-D53A-CEA7-1AC7-CCA4381624EF}"/>
              </a:ext>
            </a:extLst>
          </p:cNvPr>
          <p:cNvSpPr/>
          <p:nvPr/>
        </p:nvSpPr>
        <p:spPr>
          <a:xfrm>
            <a:off x="4368800" y="3111500"/>
            <a:ext cx="406400" cy="355600"/>
          </a:xfrm>
          <a:prstGeom prst="rightArrow">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V_左説明">
            <a:extLst>
              <a:ext uri="{FF2B5EF4-FFF2-40B4-BE49-F238E27FC236}">
                <a16:creationId xmlns:a16="http://schemas.microsoft.com/office/drawing/2014/main" id="{07A61657-5566-3B6E-9332-0DBDDA9543CD}"/>
              </a:ext>
            </a:extLst>
          </p:cNvPr>
          <p:cNvSpPr txBox="1"/>
          <p:nvPr/>
        </p:nvSpPr>
        <p:spPr>
          <a:xfrm>
            <a:off x="177800" y="2413000"/>
            <a:ext cx="2495279" cy="369332"/>
          </a:xfrm>
          <a:prstGeom prst="rect">
            <a:avLst/>
          </a:prstGeom>
          <a:noFill/>
        </p:spPr>
        <p:txBody>
          <a:bodyPr vert="horz" wrap="square" lIns="0" tIns="0" rIns="0" bIns="0" rtlCol="0" anchor="ctr">
            <a:noAutofit/>
          </a:bodyPr>
          <a:lstStyle/>
          <a:p>
            <a:pPr algn="r"/>
            <a:r>
              <a:rPr kumimoji="1" lang="ja-JP" altLang="en-US" sz="2000" b="1" dirty="0">
                <a:solidFill>
                  <a:srgbClr val="1B2731"/>
                </a:solidFill>
                <a:latin typeface="Noto Sans JP" panose="020B0200000000000000" pitchFamily="50" charset="-128"/>
                <a:ea typeface="Noto Sans JP" panose="020B0200000000000000" pitchFamily="50" charset="-128"/>
              </a:rPr>
              <a:t>今日使える時間を</a:t>
            </a:r>
            <a:br>
              <a:rPr kumimoji="1" lang="ja-JP" altLang="en-US" sz="2000" b="1" dirty="0">
                <a:solidFill>
                  <a:srgbClr val="1B2731"/>
                </a:solidFill>
                <a:latin typeface="Noto Sans JP" panose="020B0200000000000000" pitchFamily="50" charset="-128"/>
                <a:ea typeface="Noto Sans JP" panose="020B0200000000000000" pitchFamily="50" charset="-128"/>
              </a:rPr>
            </a:br>
            <a:r>
              <a:rPr kumimoji="1" lang="ja-JP" altLang="en-US" sz="2000" b="1" dirty="0">
                <a:solidFill>
                  <a:srgbClr val="1B2731"/>
                </a:solidFill>
                <a:latin typeface="Noto Sans JP" panose="020B0200000000000000" pitchFamily="50" charset="-128"/>
                <a:ea typeface="Noto Sans JP" panose="020B0200000000000000" pitchFamily="50" charset="-128"/>
              </a:rPr>
              <a:t>選ぶと、</a:t>
            </a:r>
            <a:br>
              <a:rPr kumimoji="1" lang="ja-JP" altLang="en-US" sz="2000" b="1" dirty="0">
                <a:solidFill>
                  <a:srgbClr val="1B2731"/>
                </a:solidFill>
                <a:latin typeface="Noto Sans JP" panose="020B0200000000000000" pitchFamily="50" charset="-128"/>
                <a:ea typeface="Noto Sans JP" panose="020B0200000000000000" pitchFamily="50" charset="-128"/>
              </a:rPr>
            </a:br>
            <a:r>
              <a:rPr kumimoji="1" lang="ja-JP" altLang="en-US" sz="2000" b="1" dirty="0">
                <a:solidFill>
                  <a:srgbClr val="2350B5"/>
                </a:solidFill>
                <a:latin typeface="Noto Sans JP" panose="020B0200000000000000" pitchFamily="50" charset="-128"/>
                <a:ea typeface="Noto Sans JP" panose="020B0200000000000000" pitchFamily="50" charset="-128"/>
              </a:rPr>
              <a:t>残りを組み直す</a:t>
            </a:r>
          </a:p>
        </p:txBody>
      </p:sp>
      <p:sp>
        <p:nvSpPr>
          <p:cNvPr id="38" name="V_右説明">
            <a:extLst>
              <a:ext uri="{FF2B5EF4-FFF2-40B4-BE49-F238E27FC236}">
                <a16:creationId xmlns:a16="http://schemas.microsoft.com/office/drawing/2014/main" id="{E5EA2009-BEC2-00E1-21D7-CDB23924DEA2}"/>
              </a:ext>
            </a:extLst>
          </p:cNvPr>
          <p:cNvSpPr txBox="1"/>
          <p:nvPr/>
        </p:nvSpPr>
        <p:spPr>
          <a:xfrm>
            <a:off x="6674121" y="2413000"/>
            <a:ext cx="2292079" cy="369332"/>
          </a:xfrm>
          <a:prstGeom prst="rect">
            <a:avLst/>
          </a:prstGeom>
          <a:noFill/>
        </p:spPr>
        <p:txBody>
          <a:bodyPr vert="horz" wrap="square" lIns="0" tIns="0" rIns="0" bIns="0" rtlCol="0" anchor="ctr">
            <a:noAutofit/>
          </a:bodyPr>
          <a:lstStyle/>
          <a:p>
            <a:r>
              <a:rPr kumimoji="1" lang="ja-JP" altLang="en-US" sz="2000" b="1" dirty="0">
                <a:solidFill>
                  <a:srgbClr val="1B2731"/>
                </a:solidFill>
                <a:latin typeface="Noto Sans JP" panose="020B0200000000000000" pitchFamily="50" charset="-128"/>
                <a:ea typeface="Noto Sans JP" panose="020B0200000000000000" pitchFamily="50" charset="-128"/>
              </a:rPr>
              <a:t>間に合わないなら</a:t>
            </a:r>
            <a:br>
              <a:rPr kumimoji="1" lang="ja-JP" altLang="en-US" sz="2000" b="1" dirty="0">
                <a:solidFill>
                  <a:srgbClr val="1B2731"/>
                </a:solidFill>
                <a:latin typeface="Noto Sans JP" panose="020B0200000000000000" pitchFamily="50" charset="-128"/>
                <a:ea typeface="Noto Sans JP" panose="020B0200000000000000" pitchFamily="50" charset="-128"/>
              </a:rPr>
            </a:br>
            <a:r>
              <a:rPr kumimoji="1" lang="ja-JP" altLang="en-US" sz="2000" b="1" dirty="0">
                <a:solidFill>
                  <a:srgbClr val="2350B5"/>
                </a:solidFill>
                <a:latin typeface="Noto Sans JP" panose="020B0200000000000000" pitchFamily="50" charset="-128"/>
                <a:ea typeface="Noto Sans JP" panose="020B0200000000000000" pitchFamily="50" charset="-128"/>
              </a:rPr>
              <a:t>「毎日あと○分」</a:t>
            </a:r>
            <a:br>
              <a:rPr kumimoji="1" lang="ja-JP" altLang="en-US" sz="2000" b="1" dirty="0">
                <a:solidFill>
                  <a:srgbClr val="1B2731"/>
                </a:solidFill>
                <a:latin typeface="Noto Sans JP" panose="020B0200000000000000" pitchFamily="50" charset="-128"/>
                <a:ea typeface="Noto Sans JP" panose="020B0200000000000000" pitchFamily="50" charset="-128"/>
              </a:rPr>
            </a:br>
            <a:r>
              <a:rPr kumimoji="1" lang="ja-JP" altLang="en-US" sz="2000" b="1" dirty="0">
                <a:solidFill>
                  <a:srgbClr val="1B2731"/>
                </a:solidFill>
                <a:latin typeface="Noto Sans JP" panose="020B0200000000000000" pitchFamily="50" charset="-128"/>
                <a:ea typeface="Noto Sans JP" panose="020B0200000000000000" pitchFamily="50" charset="-128"/>
              </a:rPr>
              <a:t>を提案</a:t>
            </a:r>
          </a:p>
        </p:txBody>
      </p:sp>
      <p:sp>
        <p:nvSpPr>
          <p:cNvPr id="39" name="V_説明1_枠">
            <a:extLst>
              <a:ext uri="{FF2B5EF4-FFF2-40B4-BE49-F238E27FC236}">
                <a16:creationId xmlns:a16="http://schemas.microsoft.com/office/drawing/2014/main" id="{243AB6A0-9FEA-607B-433E-7ADDA4F11666}"/>
              </a:ext>
            </a:extLst>
          </p:cNvPr>
          <p:cNvSpPr/>
          <p:nvPr/>
        </p:nvSpPr>
        <p:spPr>
          <a:xfrm>
            <a:off x="228600" y="5334000"/>
            <a:ext cx="4292600" cy="1244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V_説明1_点">
            <a:extLst>
              <a:ext uri="{FF2B5EF4-FFF2-40B4-BE49-F238E27FC236}">
                <a16:creationId xmlns:a16="http://schemas.microsoft.com/office/drawing/2014/main" id="{0E0B51B9-D1CE-113A-F957-59A85ADFF1CB}"/>
              </a:ext>
            </a:extLst>
          </p:cNvPr>
          <p:cNvSpPr/>
          <p:nvPr/>
        </p:nvSpPr>
        <p:spPr>
          <a:xfrm>
            <a:off x="381000" y="54737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V_説明1_題">
            <a:extLst>
              <a:ext uri="{FF2B5EF4-FFF2-40B4-BE49-F238E27FC236}">
                <a16:creationId xmlns:a16="http://schemas.microsoft.com/office/drawing/2014/main" id="{3A6B48BF-9E6B-5907-DB13-7EF559D0C76C}"/>
              </a:ext>
            </a:extLst>
          </p:cNvPr>
          <p:cNvSpPr txBox="1"/>
          <p:nvPr/>
        </p:nvSpPr>
        <p:spPr>
          <a:xfrm>
            <a:off x="602980" y="5364718"/>
            <a:ext cx="38100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記録から毎回計算し直す</a:t>
            </a:r>
          </a:p>
        </p:txBody>
      </p:sp>
      <p:sp>
        <p:nvSpPr>
          <p:cNvPr id="42" name="V_説明1_白">
            <a:extLst>
              <a:ext uri="{FF2B5EF4-FFF2-40B4-BE49-F238E27FC236}">
                <a16:creationId xmlns:a16="http://schemas.microsoft.com/office/drawing/2014/main" id="{81F8C931-FE78-56DB-A2A4-AD3A779F8A67}"/>
              </a:ext>
            </a:extLst>
          </p:cNvPr>
          <p:cNvSpPr/>
          <p:nvPr/>
        </p:nvSpPr>
        <p:spPr>
          <a:xfrm>
            <a:off x="304800" y="5715000"/>
            <a:ext cx="4140200" cy="787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V_説明1_文">
            <a:extLst>
              <a:ext uri="{FF2B5EF4-FFF2-40B4-BE49-F238E27FC236}">
                <a16:creationId xmlns:a16="http://schemas.microsoft.com/office/drawing/2014/main" id="{93801FC9-40CF-959F-F9E3-315915A41701}"/>
              </a:ext>
            </a:extLst>
          </p:cNvPr>
          <p:cNvSpPr txBox="1"/>
          <p:nvPr/>
        </p:nvSpPr>
        <p:spPr>
          <a:xfrm>
            <a:off x="431800" y="5791200"/>
            <a:ext cx="38862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終わったコマの記録から残りを</a:t>
            </a:r>
            <a:r>
              <a:rPr kumimoji="1" lang="ja-JP" altLang="en-US" sz="1400" b="1" dirty="0">
                <a:solidFill>
                  <a:srgbClr val="D02F2B"/>
                </a:solidFill>
                <a:latin typeface="Noto Sans JP" panose="020B0200000000000000" pitchFamily="50" charset="-128"/>
                <a:ea typeface="Noto Sans JP" panose="020B0200000000000000" pitchFamily="50" charset="-128"/>
              </a:rPr>
              <a:t>毎回計算し直す</a:t>
            </a:r>
            <a:r>
              <a:rPr kumimoji="1" lang="ja-JP" altLang="en-US" sz="1400" b="1" dirty="0">
                <a:solidFill>
                  <a:srgbClr val="1B2731"/>
                </a:solidFill>
                <a:latin typeface="Noto Sans JP" panose="020B0200000000000000" pitchFamily="50" charset="-128"/>
                <a:ea typeface="Noto Sans JP" panose="020B0200000000000000" pitchFamily="50" charset="-128"/>
              </a:rPr>
              <a:t>ので、計画は自動で新しくなる。</a:t>
            </a:r>
          </a:p>
        </p:txBody>
      </p:sp>
      <p:sp>
        <p:nvSpPr>
          <p:cNvPr id="44" name="V_説明2_枠">
            <a:extLst>
              <a:ext uri="{FF2B5EF4-FFF2-40B4-BE49-F238E27FC236}">
                <a16:creationId xmlns:a16="http://schemas.microsoft.com/office/drawing/2014/main" id="{87CFF21E-FCC0-3DA0-A55B-356396712F97}"/>
              </a:ext>
            </a:extLst>
          </p:cNvPr>
          <p:cNvSpPr/>
          <p:nvPr/>
        </p:nvSpPr>
        <p:spPr>
          <a:xfrm>
            <a:off x="4622800" y="5334000"/>
            <a:ext cx="4292600" cy="1244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V_説明2_点">
            <a:extLst>
              <a:ext uri="{FF2B5EF4-FFF2-40B4-BE49-F238E27FC236}">
                <a16:creationId xmlns:a16="http://schemas.microsoft.com/office/drawing/2014/main" id="{8CA301A4-CE88-6C53-20F8-D16DC014FF84}"/>
              </a:ext>
            </a:extLst>
          </p:cNvPr>
          <p:cNvSpPr/>
          <p:nvPr/>
        </p:nvSpPr>
        <p:spPr>
          <a:xfrm>
            <a:off x="4775200" y="5473700"/>
            <a:ext cx="127000" cy="127000"/>
          </a:xfrm>
          <a:prstGeom prst="ellipse">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V_説明2_題">
            <a:extLst>
              <a:ext uri="{FF2B5EF4-FFF2-40B4-BE49-F238E27FC236}">
                <a16:creationId xmlns:a16="http://schemas.microsoft.com/office/drawing/2014/main" id="{26C06F9B-9831-F59F-18BB-4E4B20543D3F}"/>
              </a:ext>
            </a:extLst>
          </p:cNvPr>
          <p:cNvSpPr txBox="1"/>
          <p:nvPr/>
        </p:nvSpPr>
        <p:spPr>
          <a:xfrm>
            <a:off x="4978400" y="5348769"/>
            <a:ext cx="3810000" cy="369332"/>
          </a:xfrm>
          <a:prstGeom prst="rect">
            <a:avLst/>
          </a:prstGeom>
          <a:noFill/>
        </p:spPr>
        <p:txBody>
          <a:bodyPr vert="horz" wrap="square" lIns="0" tIns="0" rIns="0" bIns="0" rtlCol="0" anchor="ctr">
            <a:noAutofit/>
          </a:bodyPr>
          <a:lstStyle/>
          <a:p>
            <a:r>
              <a:rPr kumimoji="1" lang="ja-JP" altLang="en-US" sz="1600" b="1" dirty="0">
                <a:solidFill>
                  <a:srgbClr val="1B2731"/>
                </a:solidFill>
                <a:latin typeface="Noto Sans JP" panose="020B0200000000000000" pitchFamily="50" charset="-128"/>
                <a:ea typeface="Noto Sans JP" panose="020B0200000000000000" pitchFamily="50" charset="-128"/>
              </a:rPr>
              <a:t>それでも足りないときは</a:t>
            </a:r>
          </a:p>
        </p:txBody>
      </p:sp>
      <p:sp>
        <p:nvSpPr>
          <p:cNvPr id="47" name="V_説明2_白">
            <a:extLst>
              <a:ext uri="{FF2B5EF4-FFF2-40B4-BE49-F238E27FC236}">
                <a16:creationId xmlns:a16="http://schemas.microsoft.com/office/drawing/2014/main" id="{F995F888-9F86-A310-9789-EC862DFAA8FE}"/>
              </a:ext>
            </a:extLst>
          </p:cNvPr>
          <p:cNvSpPr/>
          <p:nvPr/>
        </p:nvSpPr>
        <p:spPr>
          <a:xfrm>
            <a:off x="4699000" y="5715000"/>
            <a:ext cx="4140200" cy="787400"/>
          </a:xfrm>
          <a:prstGeom prst="roundRect">
            <a:avLst>
              <a:gd name="adj" fmla="val 8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V_説明2_文">
            <a:extLst>
              <a:ext uri="{FF2B5EF4-FFF2-40B4-BE49-F238E27FC236}">
                <a16:creationId xmlns:a16="http://schemas.microsoft.com/office/drawing/2014/main" id="{2679FCE6-107F-9E2F-1E34-65AC96CA63AE}"/>
              </a:ext>
            </a:extLst>
          </p:cNvPr>
          <p:cNvSpPr txBox="1"/>
          <p:nvPr/>
        </p:nvSpPr>
        <p:spPr>
          <a:xfrm>
            <a:off x="4826000" y="5791200"/>
            <a:ext cx="3886200" cy="369332"/>
          </a:xfrm>
          <a:prstGeom prst="rect">
            <a:avLst/>
          </a:prstGeom>
          <a:noFill/>
        </p:spPr>
        <p:txBody>
          <a:bodyPr vert="horz" wrap="square" lIns="0" tIns="0" rIns="0" bIns="0" rtlCol="0" anchor="t">
            <a:noAutofit/>
          </a:bodyPr>
          <a:lstStyle/>
          <a:p>
            <a:pPr>
              <a:lnSpc>
                <a:spcPct val="120000"/>
              </a:lnSpc>
            </a:pPr>
            <a:r>
              <a:rPr kumimoji="1" lang="ja-JP" altLang="en-US" sz="1400" b="1" dirty="0">
                <a:solidFill>
                  <a:srgbClr val="1B2731"/>
                </a:solidFill>
                <a:latin typeface="Noto Sans JP" panose="020B0200000000000000" pitchFamily="50" charset="-128"/>
                <a:ea typeface="Noto Sans JP" panose="020B0200000000000000" pitchFamily="50" charset="-128"/>
              </a:rPr>
              <a:t>試験が近い科目から、</a:t>
            </a:r>
            <a:r>
              <a:rPr kumimoji="1" lang="ja-JP" altLang="en-US" sz="1400" b="1" dirty="0">
                <a:solidFill>
                  <a:srgbClr val="D02F2B"/>
                </a:solidFill>
                <a:latin typeface="Noto Sans JP" panose="020B0200000000000000" pitchFamily="50" charset="-128"/>
                <a:ea typeface="Noto Sans JP" panose="020B0200000000000000" pitchFamily="50" charset="-128"/>
              </a:rPr>
              <a:t>総復習で全範囲を一通り押さえる</a:t>
            </a:r>
            <a:r>
              <a:rPr kumimoji="1" lang="ja-JP" altLang="en-US" sz="1400" b="1" dirty="0">
                <a:solidFill>
                  <a:srgbClr val="1B2731"/>
                </a:solidFill>
                <a:latin typeface="Noto Sans JP" panose="020B0200000000000000" pitchFamily="50" charset="-128"/>
                <a:ea typeface="Noto Sans JP" panose="020B0200000000000000" pitchFamily="50" charset="-128"/>
              </a:rPr>
              <a:t>計画に切り替える。</a:t>
            </a:r>
          </a:p>
        </p:txBody>
      </p:sp>
      <p:pic>
        <p:nvPicPr>
          <p:cNvPr id="5" name="LOGO_帯">
            <a:extLst>
              <a:ext uri="{FF2B5EF4-FFF2-40B4-BE49-F238E27FC236}">
                <a16:creationId xmlns:a16="http://schemas.microsoft.com/office/drawing/2014/main" id="{0C906810-2DB3-887E-1252-A78DA5A15D1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344098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D5D4B873-8476-4658-1EB9-5D6E619144B2}"/>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P08</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43074"/>
            <a:ext cx="5840060" cy="615553"/>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300" b="1">
                <a:solidFill>
                  <a:schemeClr val="bg1"/>
                </a:solidFill>
                <a:latin typeface="Noto Sans JP" panose="020B0200000000000000" pitchFamily="50" charset="-128"/>
                <a:ea typeface="Noto Sans JP" panose="020B0200000000000000" pitchFamily="50" charset="-128"/>
              </a:rPr>
              <a:t>機能⑤ </a:t>
            </a:r>
            <a:r>
              <a:rPr lang="en-US" altLang="ja-JP" sz="3300" b="1">
                <a:solidFill>
                  <a:schemeClr val="bg1"/>
                </a:solidFill>
                <a:latin typeface="Noto Sans JP" panose="020B0200000000000000" pitchFamily="50" charset="-128"/>
                <a:ea typeface="Noto Sans JP" panose="020B0200000000000000" pitchFamily="50" charset="-128"/>
              </a:rPr>
              <a:t>-</a:t>
            </a:r>
            <a:r>
              <a:rPr lang="ja-JP" altLang="en-US" sz="3300" b="1">
                <a:solidFill>
                  <a:schemeClr val="bg1"/>
                </a:solidFill>
                <a:latin typeface="Noto Sans JP" panose="020B0200000000000000" pitchFamily="50" charset="-128"/>
                <a:ea typeface="Noto Sans JP" panose="020B0200000000000000" pitchFamily="50" charset="-128"/>
              </a:rPr>
              <a:t>今日の学習メニュー</a:t>
            </a:r>
            <a:r>
              <a:rPr lang="en-US" altLang="ja-JP" sz="3300" b="1">
                <a:solidFill>
                  <a:schemeClr val="bg1"/>
                </a:solidFill>
                <a:latin typeface="Noto Sans JP" panose="020B0200000000000000" pitchFamily="50" charset="-128"/>
                <a:ea typeface="Noto Sans JP" panose="020B0200000000000000" pitchFamily="50" charset="-128"/>
              </a:rPr>
              <a:t>-</a:t>
            </a:r>
            <a:endParaRPr lang="ja-JP" altLang="en-US" sz="3300" b="1" dirty="0">
              <a:solidFill>
                <a:schemeClr val="bg1"/>
              </a:solidFill>
              <a:latin typeface="Noto Sans JP" panose="020B0200000000000000" pitchFamily="50" charset="-128"/>
              <a:ea typeface="Noto Sans JP" panose="020B0200000000000000" pitchFamily="50" charset="-128"/>
            </a:endParaRPr>
          </a:p>
        </p:txBody>
      </p:sp>
      <p:sp>
        <p:nvSpPr>
          <p:cNvPr id="26" name="F_画面枠1">
            <a:extLst>
              <a:ext uri="{FF2B5EF4-FFF2-40B4-BE49-F238E27FC236}">
                <a16:creationId xmlns:a16="http://schemas.microsoft.com/office/drawing/2014/main" id="{5324BC5B-7492-9124-0B4A-EEA5DA52DCD9}"/>
              </a:ext>
            </a:extLst>
          </p:cNvPr>
          <p:cNvSpPr/>
          <p:nvPr/>
        </p:nvSpPr>
        <p:spPr>
          <a:xfrm>
            <a:off x="3264381" y="1104900"/>
            <a:ext cx="2615237" cy="5511800"/>
          </a:xfrm>
          <a:prstGeom prst="roundRect">
            <a:avLst>
              <a:gd name="adj" fmla="val 7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F_画面1">
            <a:extLst>
              <a:ext uri="{FF2B5EF4-FFF2-40B4-BE49-F238E27FC236}">
                <a16:creationId xmlns:a16="http://schemas.microsoft.com/office/drawing/2014/main" id="{BC5B40EF-5A04-F0C9-3D2E-DFC5DB6DB8C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327881" y="1168400"/>
            <a:ext cx="2488237" cy="5384800"/>
          </a:xfrm>
          <a:prstGeom prst="rect">
            <a:avLst/>
          </a:prstGeom>
        </p:spPr>
      </p:pic>
      <p:cxnSp>
        <p:nvCxnSpPr>
          <p:cNvPr id="27" name="V_注1_線">
            <a:extLst>
              <a:ext uri="{FF2B5EF4-FFF2-40B4-BE49-F238E27FC236}">
                <a16:creationId xmlns:a16="http://schemas.microsoft.com/office/drawing/2014/main" id="{1B252119-A446-D63B-0CDE-831FFB08EBDB}"/>
              </a:ext>
            </a:extLst>
          </p:cNvPr>
          <p:cNvCxnSpPr/>
          <p:nvPr/>
        </p:nvCxnSpPr>
        <p:spPr>
          <a:xfrm>
            <a:off x="3098800" y="1739900"/>
            <a:ext cx="1505100" cy="1342529"/>
          </a:xfrm>
          <a:prstGeom prst="line">
            <a:avLst/>
          </a:prstGeom>
          <a:ln w="19050">
            <a:solidFill>
              <a:srgbClr val="2350B5"/>
            </a:solidFill>
          </a:ln>
        </p:spPr>
        <p:style>
          <a:lnRef idx="2">
            <a:schemeClr val="accent1"/>
          </a:lnRef>
          <a:fillRef idx="0">
            <a:schemeClr val="accent1"/>
          </a:fillRef>
          <a:effectRef idx="1">
            <a:schemeClr val="accent1"/>
          </a:effectRef>
          <a:fontRef idx="minor">
            <a:schemeClr val="tx1"/>
          </a:fontRef>
        </p:style>
      </p:cxnSp>
      <p:sp>
        <p:nvSpPr>
          <p:cNvPr id="32" name="V_注1_点">
            <a:extLst>
              <a:ext uri="{FF2B5EF4-FFF2-40B4-BE49-F238E27FC236}">
                <a16:creationId xmlns:a16="http://schemas.microsoft.com/office/drawing/2014/main" id="{A0FA0736-D4D7-EFE7-D1AF-EEAFFC222A60}"/>
              </a:ext>
            </a:extLst>
          </p:cNvPr>
          <p:cNvSpPr/>
          <p:nvPr/>
        </p:nvSpPr>
        <p:spPr>
          <a:xfrm>
            <a:off x="4540400" y="3018929"/>
            <a:ext cx="127000" cy="127000"/>
          </a:xfrm>
          <a:prstGeom prst="ellipse">
            <a:avLst/>
          </a:prstGeom>
          <a:solidFill>
            <a:srgbClr val="2350B5"/>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V_注1_枠">
            <a:extLst>
              <a:ext uri="{FF2B5EF4-FFF2-40B4-BE49-F238E27FC236}">
                <a16:creationId xmlns:a16="http://schemas.microsoft.com/office/drawing/2014/main" id="{F1245A03-8266-7FA7-9EEC-A04B0C934E31}"/>
              </a:ext>
            </a:extLst>
          </p:cNvPr>
          <p:cNvSpPr/>
          <p:nvPr/>
        </p:nvSpPr>
        <p:spPr>
          <a:xfrm>
            <a:off x="177800" y="1244600"/>
            <a:ext cx="2921000" cy="990600"/>
          </a:xfrm>
          <a:prstGeom prst="roundRect">
            <a:avLst>
              <a:gd name="adj" fmla="val 12000"/>
            </a:avLst>
          </a:prstGeom>
          <a:solidFill>
            <a:srgbClr val="FFFFFF"/>
          </a:solidFill>
          <a:ln w="190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V_注1_題">
            <a:extLst>
              <a:ext uri="{FF2B5EF4-FFF2-40B4-BE49-F238E27FC236}">
                <a16:creationId xmlns:a16="http://schemas.microsoft.com/office/drawing/2014/main" id="{8120C738-3FA2-A585-6C94-32F05F3F9DC2}"/>
              </a:ext>
            </a:extLst>
          </p:cNvPr>
          <p:cNvSpPr txBox="1"/>
          <p:nvPr/>
        </p:nvSpPr>
        <p:spPr>
          <a:xfrm>
            <a:off x="304800" y="1320800"/>
            <a:ext cx="2667000" cy="369332"/>
          </a:xfrm>
          <a:prstGeom prst="rect">
            <a:avLst/>
          </a:prstGeom>
          <a:noFill/>
        </p:spPr>
        <p:txBody>
          <a:bodyPr vert="horz" wrap="square" lIns="0" tIns="0" rIns="0" bIns="0" rtlCol="0" anchor="t">
            <a:noAutofit/>
          </a:bodyPr>
          <a:lstStyle/>
          <a:p>
            <a:r>
              <a:rPr kumimoji="1" lang="ja-JP" altLang="en-US" sz="1600" b="1" dirty="0">
                <a:solidFill>
                  <a:srgbClr val="2350B5"/>
                </a:solidFill>
                <a:latin typeface="Noto Sans JP" panose="020B0200000000000000" pitchFamily="50" charset="-128"/>
                <a:ea typeface="Noto Sans JP" panose="020B0200000000000000" pitchFamily="50" charset="-128"/>
              </a:rPr>
              <a:t>今日やるコマを一覧で</a:t>
            </a:r>
          </a:p>
        </p:txBody>
      </p:sp>
      <p:sp>
        <p:nvSpPr>
          <p:cNvPr id="38" name="V_注1_文">
            <a:extLst>
              <a:ext uri="{FF2B5EF4-FFF2-40B4-BE49-F238E27FC236}">
                <a16:creationId xmlns:a16="http://schemas.microsoft.com/office/drawing/2014/main" id="{9B99483E-7966-A46A-E5D8-94088E38A6F3}"/>
              </a:ext>
            </a:extLst>
          </p:cNvPr>
          <p:cNvSpPr txBox="1"/>
          <p:nvPr/>
        </p:nvSpPr>
        <p:spPr>
          <a:xfrm>
            <a:off x="304800" y="1659555"/>
            <a:ext cx="2667000" cy="369332"/>
          </a:xfrm>
          <a:prstGeom prst="rect">
            <a:avLst/>
          </a:prstGeom>
          <a:noFill/>
        </p:spPr>
        <p:txBody>
          <a:bodyPr vert="horz" wrap="square" lIns="0" tIns="0" rIns="0" bIns="0" rtlCol="0" anchor="t">
            <a:noAutofit/>
          </a:bodyPr>
          <a:lstStyle/>
          <a:p>
            <a:pPr>
              <a:lnSpc>
                <a:spcPct val="115000"/>
              </a:lnSpc>
            </a:pPr>
            <a:r>
              <a:rPr kumimoji="1" lang="ja-JP" altLang="en-US" sz="1400" b="1" dirty="0">
                <a:solidFill>
                  <a:srgbClr val="1B2731"/>
                </a:solidFill>
                <a:latin typeface="Noto Sans JP" panose="020B0200000000000000" pitchFamily="50" charset="-128"/>
                <a:ea typeface="Noto Sans JP" panose="020B0200000000000000" pitchFamily="50" charset="-128"/>
              </a:rPr>
              <a:t>科目・単元・種類（理解</a:t>
            </a:r>
            <a:r>
              <a:rPr kumimoji="1" lang="en-US" altLang="ja-JP" sz="1400" b="1" dirty="0">
                <a:solidFill>
                  <a:srgbClr val="1B2731"/>
                </a:solidFill>
                <a:latin typeface="Noto Sans JP" panose="020B0200000000000000" pitchFamily="50" charset="-128"/>
                <a:ea typeface="Noto Sans JP" panose="020B0200000000000000" pitchFamily="50" charset="-128"/>
              </a:rPr>
              <a:t>/</a:t>
            </a:r>
            <a:r>
              <a:rPr kumimoji="1" lang="ja-JP" altLang="en-US" sz="1400" b="1" dirty="0">
                <a:solidFill>
                  <a:srgbClr val="1B2731"/>
                </a:solidFill>
                <a:latin typeface="Noto Sans JP" panose="020B0200000000000000" pitchFamily="50" charset="-128"/>
                <a:ea typeface="Noto Sans JP" panose="020B0200000000000000" pitchFamily="50" charset="-128"/>
              </a:rPr>
              <a:t>演習</a:t>
            </a:r>
            <a:r>
              <a:rPr kumimoji="1" lang="en-US" altLang="ja-JP" sz="1400" b="1" dirty="0">
                <a:solidFill>
                  <a:srgbClr val="1B2731"/>
                </a:solidFill>
                <a:latin typeface="Noto Sans JP" panose="020B0200000000000000" pitchFamily="50" charset="-128"/>
                <a:ea typeface="Noto Sans JP" panose="020B0200000000000000" pitchFamily="50" charset="-128"/>
              </a:rPr>
              <a:t>/</a:t>
            </a:r>
            <a:r>
              <a:rPr kumimoji="1" lang="ja-JP" altLang="en-US" sz="1400" b="1" dirty="0">
                <a:solidFill>
                  <a:srgbClr val="1B2731"/>
                </a:solidFill>
                <a:latin typeface="Noto Sans JP" panose="020B0200000000000000" pitchFamily="50" charset="-128"/>
                <a:ea typeface="Noto Sans JP" panose="020B0200000000000000" pitchFamily="50" charset="-128"/>
              </a:rPr>
              <a:t>復習）と時間</a:t>
            </a:r>
          </a:p>
        </p:txBody>
      </p:sp>
      <p:cxnSp>
        <p:nvCxnSpPr>
          <p:cNvPr id="39" name="V_注2_線">
            <a:extLst>
              <a:ext uri="{FF2B5EF4-FFF2-40B4-BE49-F238E27FC236}">
                <a16:creationId xmlns:a16="http://schemas.microsoft.com/office/drawing/2014/main" id="{1FFC5BDA-26E7-294F-7A31-6812597CCE82}"/>
              </a:ext>
            </a:extLst>
          </p:cNvPr>
          <p:cNvCxnSpPr/>
          <p:nvPr/>
        </p:nvCxnSpPr>
        <p:spPr>
          <a:xfrm>
            <a:off x="3098800" y="3314700"/>
            <a:ext cx="816050" cy="310037"/>
          </a:xfrm>
          <a:prstGeom prst="line">
            <a:avLst/>
          </a:prstGeom>
          <a:ln w="19050">
            <a:solidFill>
              <a:srgbClr val="2350B5"/>
            </a:solidFill>
          </a:ln>
        </p:spPr>
        <p:style>
          <a:lnRef idx="2">
            <a:schemeClr val="accent1"/>
          </a:lnRef>
          <a:fillRef idx="0">
            <a:schemeClr val="accent1"/>
          </a:fillRef>
          <a:effectRef idx="1">
            <a:schemeClr val="accent1"/>
          </a:effectRef>
          <a:fontRef idx="minor">
            <a:schemeClr val="tx1"/>
          </a:fontRef>
        </p:style>
      </p:cxnSp>
      <p:sp>
        <p:nvSpPr>
          <p:cNvPr id="40" name="V_注2_点">
            <a:extLst>
              <a:ext uri="{FF2B5EF4-FFF2-40B4-BE49-F238E27FC236}">
                <a16:creationId xmlns:a16="http://schemas.microsoft.com/office/drawing/2014/main" id="{F4F411CC-4620-36CB-2828-096B466EF74C}"/>
              </a:ext>
            </a:extLst>
          </p:cNvPr>
          <p:cNvSpPr/>
          <p:nvPr/>
        </p:nvSpPr>
        <p:spPr>
          <a:xfrm>
            <a:off x="3851350" y="3561237"/>
            <a:ext cx="127000" cy="127000"/>
          </a:xfrm>
          <a:prstGeom prst="ellipse">
            <a:avLst/>
          </a:prstGeom>
          <a:solidFill>
            <a:srgbClr val="2350B5"/>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V_注2_枠">
            <a:extLst>
              <a:ext uri="{FF2B5EF4-FFF2-40B4-BE49-F238E27FC236}">
                <a16:creationId xmlns:a16="http://schemas.microsoft.com/office/drawing/2014/main" id="{9D2F427F-15A2-55DB-E911-B4CBDF1D244A}"/>
              </a:ext>
            </a:extLst>
          </p:cNvPr>
          <p:cNvSpPr/>
          <p:nvPr/>
        </p:nvSpPr>
        <p:spPr>
          <a:xfrm>
            <a:off x="177800" y="2819400"/>
            <a:ext cx="2921000" cy="990600"/>
          </a:xfrm>
          <a:prstGeom prst="roundRect">
            <a:avLst>
              <a:gd name="adj" fmla="val 12000"/>
            </a:avLst>
          </a:prstGeom>
          <a:solidFill>
            <a:srgbClr val="FFFFFF"/>
          </a:solidFill>
          <a:ln w="190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V_注2_題">
            <a:extLst>
              <a:ext uri="{FF2B5EF4-FFF2-40B4-BE49-F238E27FC236}">
                <a16:creationId xmlns:a16="http://schemas.microsoft.com/office/drawing/2014/main" id="{395168D8-94EB-EE66-607E-466C24ED891A}"/>
              </a:ext>
            </a:extLst>
          </p:cNvPr>
          <p:cNvSpPr txBox="1"/>
          <p:nvPr/>
        </p:nvSpPr>
        <p:spPr>
          <a:xfrm>
            <a:off x="304800" y="2895600"/>
            <a:ext cx="2667000" cy="369332"/>
          </a:xfrm>
          <a:prstGeom prst="rect">
            <a:avLst/>
          </a:prstGeom>
          <a:noFill/>
        </p:spPr>
        <p:txBody>
          <a:bodyPr vert="horz" wrap="square" lIns="0" tIns="0" rIns="0" bIns="0" rtlCol="0" anchor="t">
            <a:noAutofit/>
          </a:bodyPr>
          <a:lstStyle/>
          <a:p>
            <a:r>
              <a:rPr kumimoji="1" lang="ja-JP" altLang="en-US" sz="1600" b="1" dirty="0">
                <a:solidFill>
                  <a:srgbClr val="2350B5"/>
                </a:solidFill>
                <a:latin typeface="Noto Sans JP" panose="020B0200000000000000" pitchFamily="50" charset="-128"/>
                <a:ea typeface="Noto Sans JP" panose="020B0200000000000000" pitchFamily="50" charset="-128"/>
              </a:rPr>
              <a:t>「はじめる」で時間を計る</a:t>
            </a:r>
          </a:p>
        </p:txBody>
      </p:sp>
      <p:sp>
        <p:nvSpPr>
          <p:cNvPr id="43" name="V_注2_文">
            <a:extLst>
              <a:ext uri="{FF2B5EF4-FFF2-40B4-BE49-F238E27FC236}">
                <a16:creationId xmlns:a16="http://schemas.microsoft.com/office/drawing/2014/main" id="{7FD2E490-810E-A428-F036-D27B123FA2A3}"/>
              </a:ext>
            </a:extLst>
          </p:cNvPr>
          <p:cNvSpPr txBox="1"/>
          <p:nvPr/>
        </p:nvSpPr>
        <p:spPr>
          <a:xfrm>
            <a:off x="304800" y="3234355"/>
            <a:ext cx="2667000" cy="369332"/>
          </a:xfrm>
          <a:prstGeom prst="rect">
            <a:avLst/>
          </a:prstGeom>
          <a:noFill/>
        </p:spPr>
        <p:txBody>
          <a:bodyPr vert="horz" wrap="square" lIns="0" tIns="0" rIns="0" bIns="0" rtlCol="0" anchor="t">
            <a:noAutofit/>
          </a:bodyPr>
          <a:lstStyle/>
          <a:p>
            <a:pPr>
              <a:lnSpc>
                <a:spcPct val="115000"/>
              </a:lnSpc>
            </a:pPr>
            <a:r>
              <a:rPr kumimoji="1" lang="ja-JP" altLang="en-US" sz="1400" b="1" dirty="0">
                <a:solidFill>
                  <a:srgbClr val="1B2731"/>
                </a:solidFill>
                <a:latin typeface="Noto Sans JP" panose="020B0200000000000000" pitchFamily="50" charset="-128"/>
                <a:ea typeface="Noto Sans JP" panose="020B0200000000000000" pitchFamily="50" charset="-128"/>
              </a:rPr>
              <a:t>予定より早く終わると、</a:t>
            </a:r>
            <a:endParaRPr kumimoji="1" lang="en-US" altLang="ja-JP" sz="1400" b="1" dirty="0">
              <a:solidFill>
                <a:srgbClr val="1B2731"/>
              </a:solidFill>
              <a:latin typeface="Noto Sans JP" panose="020B0200000000000000" pitchFamily="50" charset="-128"/>
              <a:ea typeface="Noto Sans JP" panose="020B0200000000000000" pitchFamily="50" charset="-128"/>
            </a:endParaRPr>
          </a:p>
          <a:p>
            <a:pPr>
              <a:lnSpc>
                <a:spcPct val="115000"/>
              </a:lnSpc>
            </a:pPr>
            <a:r>
              <a:rPr kumimoji="1" lang="ja-JP" altLang="en-US" sz="1400" b="1" dirty="0">
                <a:solidFill>
                  <a:srgbClr val="1B2731"/>
                </a:solidFill>
                <a:latin typeface="Noto Sans JP" panose="020B0200000000000000" pitchFamily="50" charset="-128"/>
                <a:ea typeface="Noto Sans JP" panose="020B0200000000000000" pitchFamily="50" charset="-128"/>
              </a:rPr>
              <a:t>「○分早いペース」</a:t>
            </a:r>
          </a:p>
        </p:txBody>
      </p:sp>
      <p:cxnSp>
        <p:nvCxnSpPr>
          <p:cNvPr id="44" name="V_注3_線">
            <a:extLst>
              <a:ext uri="{FF2B5EF4-FFF2-40B4-BE49-F238E27FC236}">
                <a16:creationId xmlns:a16="http://schemas.microsoft.com/office/drawing/2014/main" id="{5A1DEAFA-645D-F868-2242-95684E9D3B10}"/>
              </a:ext>
            </a:extLst>
          </p:cNvPr>
          <p:cNvCxnSpPr/>
          <p:nvPr/>
        </p:nvCxnSpPr>
        <p:spPr>
          <a:xfrm>
            <a:off x="3098800" y="4889500"/>
            <a:ext cx="382203" cy="215419"/>
          </a:xfrm>
          <a:prstGeom prst="line">
            <a:avLst/>
          </a:prstGeom>
          <a:ln w="19050">
            <a:solidFill>
              <a:srgbClr val="2350B5"/>
            </a:solidFill>
          </a:ln>
        </p:spPr>
        <p:style>
          <a:lnRef idx="2">
            <a:schemeClr val="accent1"/>
          </a:lnRef>
          <a:fillRef idx="0">
            <a:schemeClr val="accent1"/>
          </a:fillRef>
          <a:effectRef idx="1">
            <a:schemeClr val="accent1"/>
          </a:effectRef>
          <a:fontRef idx="minor">
            <a:schemeClr val="tx1"/>
          </a:fontRef>
        </p:style>
      </p:cxnSp>
      <p:sp>
        <p:nvSpPr>
          <p:cNvPr id="45" name="V_注3_点">
            <a:extLst>
              <a:ext uri="{FF2B5EF4-FFF2-40B4-BE49-F238E27FC236}">
                <a16:creationId xmlns:a16="http://schemas.microsoft.com/office/drawing/2014/main" id="{87195342-3A09-CEB3-6EFF-2E4C380B211F}"/>
              </a:ext>
            </a:extLst>
          </p:cNvPr>
          <p:cNvSpPr/>
          <p:nvPr/>
        </p:nvSpPr>
        <p:spPr>
          <a:xfrm>
            <a:off x="3417503" y="5041419"/>
            <a:ext cx="127000" cy="127000"/>
          </a:xfrm>
          <a:prstGeom prst="ellipse">
            <a:avLst/>
          </a:prstGeom>
          <a:solidFill>
            <a:srgbClr val="2350B5"/>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V_注3_枠">
            <a:extLst>
              <a:ext uri="{FF2B5EF4-FFF2-40B4-BE49-F238E27FC236}">
                <a16:creationId xmlns:a16="http://schemas.microsoft.com/office/drawing/2014/main" id="{AB018A8F-FBA9-11EC-20A8-A3B63AEA3BE0}"/>
              </a:ext>
            </a:extLst>
          </p:cNvPr>
          <p:cNvSpPr/>
          <p:nvPr/>
        </p:nvSpPr>
        <p:spPr>
          <a:xfrm>
            <a:off x="177800" y="4394200"/>
            <a:ext cx="2921000" cy="990600"/>
          </a:xfrm>
          <a:prstGeom prst="roundRect">
            <a:avLst>
              <a:gd name="adj" fmla="val 12000"/>
            </a:avLst>
          </a:prstGeom>
          <a:solidFill>
            <a:srgbClr val="FFFFFF"/>
          </a:solidFill>
          <a:ln w="190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V_注3_題">
            <a:extLst>
              <a:ext uri="{FF2B5EF4-FFF2-40B4-BE49-F238E27FC236}">
                <a16:creationId xmlns:a16="http://schemas.microsoft.com/office/drawing/2014/main" id="{DAAC12EB-B7F3-F5C1-6F95-517CAA38F41E}"/>
              </a:ext>
            </a:extLst>
          </p:cNvPr>
          <p:cNvSpPr txBox="1"/>
          <p:nvPr/>
        </p:nvSpPr>
        <p:spPr>
          <a:xfrm>
            <a:off x="304800" y="4470400"/>
            <a:ext cx="2667000" cy="369332"/>
          </a:xfrm>
          <a:prstGeom prst="rect">
            <a:avLst/>
          </a:prstGeom>
          <a:noFill/>
        </p:spPr>
        <p:txBody>
          <a:bodyPr vert="horz" wrap="square" lIns="0" tIns="0" rIns="0" bIns="0" rtlCol="0" anchor="t">
            <a:noAutofit/>
          </a:bodyPr>
          <a:lstStyle/>
          <a:p>
            <a:r>
              <a:rPr kumimoji="1" lang="ja-JP" altLang="en-US" sz="1600" b="1">
                <a:solidFill>
                  <a:srgbClr val="2350B5"/>
                </a:solidFill>
                <a:latin typeface="Noto Sans JP" panose="020B0200000000000000" pitchFamily="50" charset="-128"/>
                <a:ea typeface="Noto Sans JP" panose="020B0200000000000000" pitchFamily="50" charset="-128"/>
              </a:rPr>
              <a:t>「もう</a:t>
            </a:r>
            <a:r>
              <a:rPr kumimoji="1" lang="en-US" altLang="ja-JP" sz="1600" b="1">
                <a:solidFill>
                  <a:srgbClr val="2350B5"/>
                </a:solidFill>
                <a:latin typeface="Noto Sans JP" panose="020B0200000000000000" pitchFamily="50" charset="-128"/>
                <a:ea typeface="Noto Sans JP" panose="020B0200000000000000" pitchFamily="50" charset="-128"/>
              </a:rPr>
              <a:t>1</a:t>
            </a:r>
            <a:r>
              <a:rPr kumimoji="1" lang="ja-JP" altLang="en-US" sz="1600" b="1">
                <a:solidFill>
                  <a:srgbClr val="2350B5"/>
                </a:solidFill>
                <a:latin typeface="Noto Sans JP" panose="020B0200000000000000" pitchFamily="50" charset="-128"/>
                <a:ea typeface="Noto Sans JP" panose="020B0200000000000000" pitchFamily="50" charset="-128"/>
              </a:rPr>
              <a:t>コマ」で先へ</a:t>
            </a:r>
          </a:p>
        </p:txBody>
      </p:sp>
      <p:sp>
        <p:nvSpPr>
          <p:cNvPr id="48" name="V_注3_文">
            <a:extLst>
              <a:ext uri="{FF2B5EF4-FFF2-40B4-BE49-F238E27FC236}">
                <a16:creationId xmlns:a16="http://schemas.microsoft.com/office/drawing/2014/main" id="{BFEAF85A-7818-0B66-CB47-B8172D54DFCA}"/>
              </a:ext>
            </a:extLst>
          </p:cNvPr>
          <p:cNvSpPr txBox="1"/>
          <p:nvPr/>
        </p:nvSpPr>
        <p:spPr>
          <a:xfrm>
            <a:off x="304800" y="4809155"/>
            <a:ext cx="2667000" cy="369332"/>
          </a:xfrm>
          <a:prstGeom prst="rect">
            <a:avLst/>
          </a:prstGeom>
          <a:noFill/>
        </p:spPr>
        <p:txBody>
          <a:bodyPr vert="horz" wrap="square" lIns="0" tIns="0" rIns="0" bIns="0" rtlCol="0" anchor="t">
            <a:noAutofit/>
          </a:bodyPr>
          <a:lstStyle/>
          <a:p>
            <a:pPr>
              <a:lnSpc>
                <a:spcPct val="115000"/>
              </a:lnSpc>
            </a:pPr>
            <a:r>
              <a:rPr kumimoji="1" lang="ja-JP" altLang="en-US" sz="1400" b="1">
                <a:solidFill>
                  <a:srgbClr val="1B2731"/>
                </a:solidFill>
                <a:latin typeface="Noto Sans JP" panose="020B0200000000000000" pitchFamily="50" charset="-128"/>
                <a:ea typeface="Noto Sans JP" panose="020B0200000000000000" pitchFamily="50" charset="-128"/>
              </a:rPr>
              <a:t>余裕がある日は次の内容に進める</a:t>
            </a:r>
          </a:p>
        </p:txBody>
      </p:sp>
      <p:cxnSp>
        <p:nvCxnSpPr>
          <p:cNvPr id="49" name="V_注4_線">
            <a:extLst>
              <a:ext uri="{FF2B5EF4-FFF2-40B4-BE49-F238E27FC236}">
                <a16:creationId xmlns:a16="http://schemas.microsoft.com/office/drawing/2014/main" id="{36BF6890-1D73-D1E0-9FD1-D2725F5FD3B1}"/>
              </a:ext>
            </a:extLst>
          </p:cNvPr>
          <p:cNvCxnSpPr/>
          <p:nvPr/>
        </p:nvCxnSpPr>
        <p:spPr>
          <a:xfrm flipH="1">
            <a:off x="5497113" y="1739900"/>
            <a:ext cx="548087" cy="1265967"/>
          </a:xfrm>
          <a:prstGeom prst="line">
            <a:avLst/>
          </a:prstGeom>
          <a:ln w="19050">
            <a:solidFill>
              <a:srgbClr val="2350B5"/>
            </a:solidFill>
          </a:ln>
        </p:spPr>
        <p:style>
          <a:lnRef idx="2">
            <a:schemeClr val="accent1"/>
          </a:lnRef>
          <a:fillRef idx="0">
            <a:schemeClr val="accent1"/>
          </a:fillRef>
          <a:effectRef idx="1">
            <a:schemeClr val="accent1"/>
          </a:effectRef>
          <a:fontRef idx="minor">
            <a:schemeClr val="tx1"/>
          </a:fontRef>
        </p:style>
      </p:cxnSp>
      <p:sp>
        <p:nvSpPr>
          <p:cNvPr id="50" name="V_注4_点">
            <a:extLst>
              <a:ext uri="{FF2B5EF4-FFF2-40B4-BE49-F238E27FC236}">
                <a16:creationId xmlns:a16="http://schemas.microsoft.com/office/drawing/2014/main" id="{20D71305-195F-D3A8-03F8-5C633FDC2590}"/>
              </a:ext>
            </a:extLst>
          </p:cNvPr>
          <p:cNvSpPr/>
          <p:nvPr/>
        </p:nvSpPr>
        <p:spPr>
          <a:xfrm>
            <a:off x="5433613" y="2942367"/>
            <a:ext cx="127000" cy="127000"/>
          </a:xfrm>
          <a:prstGeom prst="ellipse">
            <a:avLst/>
          </a:prstGeom>
          <a:solidFill>
            <a:srgbClr val="2350B5"/>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V_注4_枠">
            <a:extLst>
              <a:ext uri="{FF2B5EF4-FFF2-40B4-BE49-F238E27FC236}">
                <a16:creationId xmlns:a16="http://schemas.microsoft.com/office/drawing/2014/main" id="{007CA26C-A654-523D-2905-AB163C35AB23}"/>
              </a:ext>
            </a:extLst>
          </p:cNvPr>
          <p:cNvSpPr/>
          <p:nvPr/>
        </p:nvSpPr>
        <p:spPr>
          <a:xfrm>
            <a:off x="6045200" y="1244600"/>
            <a:ext cx="2921000" cy="990600"/>
          </a:xfrm>
          <a:prstGeom prst="roundRect">
            <a:avLst>
              <a:gd name="adj" fmla="val 12000"/>
            </a:avLst>
          </a:prstGeom>
          <a:solidFill>
            <a:srgbClr val="FFFFFF"/>
          </a:solidFill>
          <a:ln w="190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V_注4_題">
            <a:extLst>
              <a:ext uri="{FF2B5EF4-FFF2-40B4-BE49-F238E27FC236}">
                <a16:creationId xmlns:a16="http://schemas.microsoft.com/office/drawing/2014/main" id="{99B010F4-7147-06AB-6E3C-C0E46AEBDDDA}"/>
              </a:ext>
            </a:extLst>
          </p:cNvPr>
          <p:cNvSpPr txBox="1"/>
          <p:nvPr/>
        </p:nvSpPr>
        <p:spPr>
          <a:xfrm>
            <a:off x="6172200" y="1320800"/>
            <a:ext cx="2667000" cy="369332"/>
          </a:xfrm>
          <a:prstGeom prst="rect">
            <a:avLst/>
          </a:prstGeom>
          <a:noFill/>
        </p:spPr>
        <p:txBody>
          <a:bodyPr vert="horz" wrap="square" lIns="0" tIns="0" rIns="0" bIns="0" rtlCol="0" anchor="t">
            <a:noAutofit/>
          </a:bodyPr>
          <a:lstStyle/>
          <a:p>
            <a:r>
              <a:rPr kumimoji="1" lang="ja-JP" altLang="en-US" sz="1600" b="1">
                <a:solidFill>
                  <a:srgbClr val="2350B5"/>
                </a:solidFill>
                <a:latin typeface="Noto Sans JP" panose="020B0200000000000000" pitchFamily="50" charset="-128"/>
                <a:ea typeface="Noto Sans JP" panose="020B0200000000000000" pitchFamily="50" charset="-128"/>
              </a:rPr>
              <a:t>終わったらチェック</a:t>
            </a:r>
          </a:p>
        </p:txBody>
      </p:sp>
      <p:sp>
        <p:nvSpPr>
          <p:cNvPr id="53" name="V_注4_文">
            <a:extLst>
              <a:ext uri="{FF2B5EF4-FFF2-40B4-BE49-F238E27FC236}">
                <a16:creationId xmlns:a16="http://schemas.microsoft.com/office/drawing/2014/main" id="{6266DC82-8EE9-B3FB-9381-48520EACB447}"/>
              </a:ext>
            </a:extLst>
          </p:cNvPr>
          <p:cNvSpPr txBox="1"/>
          <p:nvPr/>
        </p:nvSpPr>
        <p:spPr>
          <a:xfrm>
            <a:off x="6172200" y="1659555"/>
            <a:ext cx="2667000" cy="369332"/>
          </a:xfrm>
          <a:prstGeom prst="rect">
            <a:avLst/>
          </a:prstGeom>
          <a:noFill/>
        </p:spPr>
        <p:txBody>
          <a:bodyPr vert="horz" wrap="square" lIns="0" tIns="0" rIns="0" bIns="0" rtlCol="0" anchor="t">
            <a:noAutofit/>
          </a:bodyPr>
          <a:lstStyle/>
          <a:p>
            <a:pPr>
              <a:lnSpc>
                <a:spcPct val="115000"/>
              </a:lnSpc>
            </a:pPr>
            <a:r>
              <a:rPr kumimoji="1" lang="ja-JP" altLang="en-US" sz="1400" b="1">
                <a:solidFill>
                  <a:srgbClr val="1B2731"/>
                </a:solidFill>
                <a:latin typeface="Noto Sans JP" panose="020B0200000000000000" pitchFamily="50" charset="-128"/>
                <a:ea typeface="Noto Sans JP" panose="020B0200000000000000" pitchFamily="50" charset="-128"/>
              </a:rPr>
              <a:t>手応え（かんたん・ふつう・むずかしい）を次の復習に反映</a:t>
            </a:r>
          </a:p>
        </p:txBody>
      </p:sp>
      <p:sp>
        <p:nvSpPr>
          <p:cNvPr id="54" name="V_注5_枠">
            <a:extLst>
              <a:ext uri="{FF2B5EF4-FFF2-40B4-BE49-F238E27FC236}">
                <a16:creationId xmlns:a16="http://schemas.microsoft.com/office/drawing/2014/main" id="{4498758C-3644-9DD3-492F-0B0607B2ABC3}"/>
              </a:ext>
            </a:extLst>
          </p:cNvPr>
          <p:cNvSpPr/>
          <p:nvPr/>
        </p:nvSpPr>
        <p:spPr>
          <a:xfrm>
            <a:off x="6045200" y="2438400"/>
            <a:ext cx="2921000" cy="1625600"/>
          </a:xfrm>
          <a:prstGeom prst="roundRect">
            <a:avLst>
              <a:gd name="adj" fmla="val 12000"/>
            </a:avLst>
          </a:prstGeom>
          <a:solidFill>
            <a:srgbClr val="FFFFFF"/>
          </a:solidFill>
          <a:ln w="19050">
            <a:solidFill>
              <a:srgbClr val="D02F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V_注5_題">
            <a:extLst>
              <a:ext uri="{FF2B5EF4-FFF2-40B4-BE49-F238E27FC236}">
                <a16:creationId xmlns:a16="http://schemas.microsoft.com/office/drawing/2014/main" id="{5C05E3E6-AE8F-80E2-16E9-5F9EBE10BF76}"/>
              </a:ext>
            </a:extLst>
          </p:cNvPr>
          <p:cNvSpPr txBox="1"/>
          <p:nvPr/>
        </p:nvSpPr>
        <p:spPr>
          <a:xfrm>
            <a:off x="6172200" y="2514600"/>
            <a:ext cx="2667000" cy="369332"/>
          </a:xfrm>
          <a:prstGeom prst="rect">
            <a:avLst/>
          </a:prstGeom>
          <a:noFill/>
        </p:spPr>
        <p:txBody>
          <a:bodyPr vert="horz" wrap="square" lIns="0" tIns="0" rIns="0" bIns="0" rtlCol="0" anchor="t">
            <a:noAutofit/>
          </a:bodyPr>
          <a:lstStyle/>
          <a:p>
            <a:r>
              <a:rPr kumimoji="1" lang="ja-JP" altLang="en-US" sz="1600" b="1">
                <a:solidFill>
                  <a:srgbClr val="D02F2B"/>
                </a:solidFill>
                <a:latin typeface="Noto Sans JP" panose="020B0200000000000000" pitchFamily="50" charset="-128"/>
                <a:ea typeface="Noto Sans JP" panose="020B0200000000000000" pitchFamily="50" charset="-128"/>
              </a:rPr>
              <a:t>全部終わると、はなまる</a:t>
            </a:r>
          </a:p>
        </p:txBody>
      </p:sp>
      <p:pic>
        <p:nvPicPr>
          <p:cNvPr id="57" name="V_完了">
            <a:extLst>
              <a:ext uri="{FF2B5EF4-FFF2-40B4-BE49-F238E27FC236}">
                <a16:creationId xmlns:a16="http://schemas.microsoft.com/office/drawing/2014/main" id="{846993A3-81EF-0FC2-3A56-5A722282FC63}"/>
              </a:ext>
            </a:extLst>
          </p:cNvPr>
          <p:cNvPicPr>
            <a:picLocks/>
          </p:cNvPicPr>
          <p:nvPr/>
        </p:nvPicPr>
        <p:blipFill>
          <a:blip r:embed="rId5">
            <a:extLst>
              <a:ext uri="{28A0092B-C50C-407E-A947-70E740481C1C}">
                <a14:useLocalDpi xmlns:a14="http://schemas.microsoft.com/office/drawing/2010/main" val="0"/>
              </a:ext>
            </a:extLst>
          </a:blip>
          <a:srcRect l="2564" t="21919" r="1282" b="68602"/>
          <a:stretch>
            <a:fillRect/>
          </a:stretch>
        </p:blipFill>
        <p:spPr>
          <a:xfrm>
            <a:off x="6172200" y="2993055"/>
            <a:ext cx="2667000" cy="568960"/>
          </a:xfrm>
          <a:prstGeom prst="rect">
            <a:avLst/>
          </a:prstGeom>
          <a:ln w="25400">
            <a:solidFill>
              <a:srgbClr val="2350B5"/>
            </a:solidFill>
          </a:ln>
        </p:spPr>
      </p:pic>
      <p:cxnSp>
        <p:nvCxnSpPr>
          <p:cNvPr id="58" name="V_注6_線">
            <a:extLst>
              <a:ext uri="{FF2B5EF4-FFF2-40B4-BE49-F238E27FC236}">
                <a16:creationId xmlns:a16="http://schemas.microsoft.com/office/drawing/2014/main" id="{8D300E0B-7420-1E8B-6114-0B5E4921CDA7}"/>
              </a:ext>
            </a:extLst>
          </p:cNvPr>
          <p:cNvCxnSpPr/>
          <p:nvPr/>
        </p:nvCxnSpPr>
        <p:spPr>
          <a:xfrm flipH="1" flipV="1">
            <a:off x="5435118" y="4677452"/>
            <a:ext cx="610082" cy="212048"/>
          </a:xfrm>
          <a:prstGeom prst="line">
            <a:avLst/>
          </a:prstGeom>
          <a:ln w="19050">
            <a:solidFill>
              <a:srgbClr val="2350B5"/>
            </a:solidFill>
          </a:ln>
        </p:spPr>
        <p:style>
          <a:lnRef idx="2">
            <a:schemeClr val="accent1"/>
          </a:lnRef>
          <a:fillRef idx="0">
            <a:schemeClr val="accent1"/>
          </a:fillRef>
          <a:effectRef idx="1">
            <a:schemeClr val="accent1"/>
          </a:effectRef>
          <a:fontRef idx="minor">
            <a:schemeClr val="tx1"/>
          </a:fontRef>
        </p:style>
      </p:cxnSp>
      <p:sp>
        <p:nvSpPr>
          <p:cNvPr id="59" name="V_注6_点">
            <a:extLst>
              <a:ext uri="{FF2B5EF4-FFF2-40B4-BE49-F238E27FC236}">
                <a16:creationId xmlns:a16="http://schemas.microsoft.com/office/drawing/2014/main" id="{A942FDDE-9855-DB6D-72A3-39DF41858E12}"/>
              </a:ext>
            </a:extLst>
          </p:cNvPr>
          <p:cNvSpPr/>
          <p:nvPr/>
        </p:nvSpPr>
        <p:spPr>
          <a:xfrm>
            <a:off x="5371618" y="4613952"/>
            <a:ext cx="127000" cy="127000"/>
          </a:xfrm>
          <a:prstGeom prst="ellipse">
            <a:avLst/>
          </a:prstGeom>
          <a:solidFill>
            <a:srgbClr val="2350B5"/>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V_注6_枠">
            <a:extLst>
              <a:ext uri="{FF2B5EF4-FFF2-40B4-BE49-F238E27FC236}">
                <a16:creationId xmlns:a16="http://schemas.microsoft.com/office/drawing/2014/main" id="{0B85264D-F4AE-292C-4D19-E3970EE584C1}"/>
              </a:ext>
            </a:extLst>
          </p:cNvPr>
          <p:cNvSpPr/>
          <p:nvPr/>
        </p:nvSpPr>
        <p:spPr>
          <a:xfrm>
            <a:off x="6045200" y="4394200"/>
            <a:ext cx="2921000" cy="990600"/>
          </a:xfrm>
          <a:prstGeom prst="roundRect">
            <a:avLst>
              <a:gd name="adj" fmla="val 12000"/>
            </a:avLst>
          </a:prstGeom>
          <a:solidFill>
            <a:srgbClr val="FFFFFF"/>
          </a:solidFill>
          <a:ln w="190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V_注6_題">
            <a:extLst>
              <a:ext uri="{FF2B5EF4-FFF2-40B4-BE49-F238E27FC236}">
                <a16:creationId xmlns:a16="http://schemas.microsoft.com/office/drawing/2014/main" id="{F88C4081-D19A-6D81-E761-3A196670DD64}"/>
              </a:ext>
            </a:extLst>
          </p:cNvPr>
          <p:cNvSpPr txBox="1"/>
          <p:nvPr/>
        </p:nvSpPr>
        <p:spPr>
          <a:xfrm>
            <a:off x="6172200" y="4470400"/>
            <a:ext cx="2667000" cy="369332"/>
          </a:xfrm>
          <a:prstGeom prst="rect">
            <a:avLst/>
          </a:prstGeom>
          <a:noFill/>
        </p:spPr>
        <p:txBody>
          <a:bodyPr vert="horz" wrap="square" lIns="0" tIns="0" rIns="0" bIns="0" rtlCol="0" anchor="t">
            <a:noAutofit/>
          </a:bodyPr>
          <a:lstStyle/>
          <a:p>
            <a:r>
              <a:rPr kumimoji="1" lang="ja-JP" altLang="en-US" sz="1600" b="1">
                <a:solidFill>
                  <a:srgbClr val="2350B5"/>
                </a:solidFill>
                <a:latin typeface="Noto Sans JP" panose="020B0200000000000000" pitchFamily="50" charset="-128"/>
                <a:ea typeface="Noto Sans JP" panose="020B0200000000000000" pitchFamily="50" charset="-128"/>
              </a:rPr>
              <a:t>「問題と解説」でくわしく</a:t>
            </a:r>
          </a:p>
        </p:txBody>
      </p:sp>
      <p:sp>
        <p:nvSpPr>
          <p:cNvPr id="62" name="V_注6_文">
            <a:extLst>
              <a:ext uri="{FF2B5EF4-FFF2-40B4-BE49-F238E27FC236}">
                <a16:creationId xmlns:a16="http://schemas.microsoft.com/office/drawing/2014/main" id="{295E6E93-0E9A-301C-D5DF-ED484F666CC7}"/>
              </a:ext>
            </a:extLst>
          </p:cNvPr>
          <p:cNvSpPr txBox="1"/>
          <p:nvPr/>
        </p:nvSpPr>
        <p:spPr>
          <a:xfrm>
            <a:off x="6172200" y="4809155"/>
            <a:ext cx="2667000" cy="369332"/>
          </a:xfrm>
          <a:prstGeom prst="rect">
            <a:avLst/>
          </a:prstGeom>
          <a:noFill/>
        </p:spPr>
        <p:txBody>
          <a:bodyPr vert="horz" wrap="square" lIns="0" tIns="0" rIns="0" bIns="0" rtlCol="0" anchor="t">
            <a:noAutofit/>
          </a:bodyPr>
          <a:lstStyle/>
          <a:p>
            <a:pPr>
              <a:lnSpc>
                <a:spcPct val="115000"/>
              </a:lnSpc>
            </a:pPr>
            <a:r>
              <a:rPr kumimoji="1" lang="en-US" altLang="ja-JP" sz="1400" b="1" dirty="0">
                <a:solidFill>
                  <a:srgbClr val="1B2731"/>
                </a:solidFill>
                <a:latin typeface="Noto Sans JP" panose="020B0200000000000000" pitchFamily="50" charset="-128"/>
                <a:ea typeface="Noto Sans JP" panose="020B0200000000000000" pitchFamily="50" charset="-128"/>
              </a:rPr>
              <a:t>AI</a:t>
            </a:r>
            <a:r>
              <a:rPr kumimoji="1" lang="ja-JP" altLang="en-US" sz="1400" b="1" dirty="0">
                <a:solidFill>
                  <a:srgbClr val="1B2731"/>
                </a:solidFill>
                <a:latin typeface="Noto Sans JP" panose="020B0200000000000000" pitchFamily="50" charset="-128"/>
                <a:ea typeface="Noto Sans JP" panose="020B0200000000000000" pitchFamily="50" charset="-128"/>
              </a:rPr>
              <a:t>アドバイザーの解説や練習問題へ</a:t>
            </a:r>
          </a:p>
        </p:txBody>
      </p:sp>
      <p:pic>
        <p:nvPicPr>
          <p:cNvPr id="5" name="LOGO_帯">
            <a:extLst>
              <a:ext uri="{FF2B5EF4-FFF2-40B4-BE49-F238E27FC236}">
                <a16:creationId xmlns:a16="http://schemas.microsoft.com/office/drawing/2014/main" id="{91332956-F095-C241-FB6A-6D6EAFF9703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2609810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B3280DA6-E095-5E44-1DA7-B41EF39CBBCA}"/>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P09</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16079"/>
            <a:ext cx="2954655" cy="646331"/>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600" b="1">
                <a:solidFill>
                  <a:schemeClr val="bg1"/>
                </a:solidFill>
                <a:latin typeface="Noto Sans JP" panose="020B0200000000000000" pitchFamily="50" charset="-128"/>
                <a:ea typeface="Noto Sans JP" panose="020B0200000000000000" pitchFamily="50" charset="-128"/>
              </a:rPr>
              <a:t>デモ・使用例</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pic>
        <p:nvPicPr>
          <p:cNvPr id="5" name="LOGO_帯">
            <a:extLst>
              <a:ext uri="{FF2B5EF4-FFF2-40B4-BE49-F238E27FC236}">
                <a16:creationId xmlns:a16="http://schemas.microsoft.com/office/drawing/2014/main" id="{142810FA-960F-7575-52BB-1EDE731408A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251907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B0ED8394-AE92-334E-32D1-8900F9627738}"/>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P10</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16079"/>
            <a:ext cx="2940228" cy="646331"/>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600" b="1">
                <a:solidFill>
                  <a:schemeClr val="bg1"/>
                </a:solidFill>
                <a:latin typeface="Noto Sans JP" panose="020B0200000000000000" pitchFamily="50" charset="-128"/>
                <a:ea typeface="Noto Sans JP" panose="020B0200000000000000" pitchFamily="50" charset="-128"/>
              </a:rPr>
              <a:t>システム構成</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2" name="A_人_頭">
            <a:extLst>
              <a:ext uri="{FF2B5EF4-FFF2-40B4-BE49-F238E27FC236}">
                <a16:creationId xmlns:a16="http://schemas.microsoft.com/office/drawing/2014/main" id="{169BD5C3-6942-2AC1-FA91-465D7A219806}"/>
              </a:ext>
            </a:extLst>
          </p:cNvPr>
          <p:cNvSpPr/>
          <p:nvPr/>
        </p:nvSpPr>
        <p:spPr>
          <a:xfrm>
            <a:off x="584200" y="2921000"/>
            <a:ext cx="381000" cy="381000"/>
          </a:xfrm>
          <a:prstGeom prst="ellipse">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5" name="A_人_体">
            <a:extLst>
              <a:ext uri="{FF2B5EF4-FFF2-40B4-BE49-F238E27FC236}">
                <a16:creationId xmlns:a16="http://schemas.microsoft.com/office/drawing/2014/main" id="{A15A43FE-30B3-E643-7E7C-C6D69A7F9D25}"/>
              </a:ext>
            </a:extLst>
          </p:cNvPr>
          <p:cNvSpPr/>
          <p:nvPr/>
        </p:nvSpPr>
        <p:spPr>
          <a:xfrm>
            <a:off x="457200" y="3352800"/>
            <a:ext cx="635000" cy="431800"/>
          </a:xfrm>
          <a:prstGeom prst="roundRect">
            <a:avLst>
              <a:gd name="adj" fmla="val 50000"/>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7" name="A_人_字">
            <a:extLst>
              <a:ext uri="{FF2B5EF4-FFF2-40B4-BE49-F238E27FC236}">
                <a16:creationId xmlns:a16="http://schemas.microsoft.com/office/drawing/2014/main" id="{F71D3682-A5F7-CF4F-B478-269BE897DBFE}"/>
              </a:ext>
            </a:extLst>
          </p:cNvPr>
          <p:cNvSpPr txBox="1"/>
          <p:nvPr/>
        </p:nvSpPr>
        <p:spPr>
          <a:xfrm>
            <a:off x="177800" y="3923268"/>
            <a:ext cx="1193800" cy="369332"/>
          </a:xfrm>
          <a:prstGeom prst="rect">
            <a:avLst/>
          </a:prstGeom>
          <a:noFill/>
        </p:spPr>
        <p:txBody>
          <a:bodyPr vert="horz" wrap="square" lIns="0" tIns="0" rIns="0" bIns="0" rtlCol="0" anchor="ctr">
            <a:noAutofit/>
          </a:bodyPr>
          <a:lstStyle/>
          <a:p>
            <a:pPr algn="ctr"/>
            <a:r>
              <a:rPr kumimoji="1" lang="zh-CN" altLang="en-US" sz="1600" b="1" dirty="0">
                <a:solidFill>
                  <a:srgbClr val="1B2731"/>
                </a:solidFill>
                <a:latin typeface="Noto Sans JP" panose="020B0200000000000000" pitchFamily="50" charset="-128"/>
                <a:ea typeface="Noto Sans JP" panose="020B0200000000000000" pitchFamily="50" charset="-128"/>
              </a:rPr>
              <a:t>利用者</a:t>
            </a:r>
            <a:br>
              <a:rPr kumimoji="1" lang="zh-CN" altLang="en-US" sz="1600" b="1" dirty="0">
                <a:solidFill>
                  <a:srgbClr val="1B2731"/>
                </a:solidFill>
                <a:latin typeface="Noto Sans JP" panose="020B0200000000000000" pitchFamily="50" charset="-128"/>
                <a:ea typeface="Noto Sans JP" panose="020B0200000000000000" pitchFamily="50" charset="-128"/>
              </a:rPr>
            </a:br>
            <a:r>
              <a:rPr kumimoji="1" lang="zh-CN" altLang="en-US" sz="1600" b="1" dirty="0">
                <a:solidFill>
                  <a:srgbClr val="1B2731"/>
                </a:solidFill>
                <a:latin typeface="Noto Sans JP" panose="020B0200000000000000" pitchFamily="50" charset="-128"/>
                <a:ea typeface="Noto Sans JP" panose="020B0200000000000000" pitchFamily="50" charset="-128"/>
              </a:rPr>
              <a:t>（学生）</a:t>
            </a:r>
            <a:endParaRPr kumimoji="1" lang="ja-JP" altLang="en-US" sz="1600" b="1" dirty="0">
              <a:solidFill>
                <a:srgbClr val="1B2731"/>
              </a:solidFill>
              <a:latin typeface="Noto Sans JP" panose="020B0200000000000000" pitchFamily="50" charset="-128"/>
              <a:ea typeface="Noto Sans JP" panose="020B0200000000000000" pitchFamily="50" charset="-128"/>
            </a:endParaRPr>
          </a:p>
        </p:txBody>
      </p:sp>
      <p:cxnSp>
        <p:nvCxnSpPr>
          <p:cNvPr id="10" name="A_矢印_操作">
            <a:extLst>
              <a:ext uri="{FF2B5EF4-FFF2-40B4-BE49-F238E27FC236}">
                <a16:creationId xmlns:a16="http://schemas.microsoft.com/office/drawing/2014/main" id="{CC2169B1-0A35-7500-5250-2B3052B63AD1}"/>
              </a:ext>
            </a:extLst>
          </p:cNvPr>
          <p:cNvCxnSpPr/>
          <p:nvPr/>
        </p:nvCxnSpPr>
        <p:spPr>
          <a:xfrm>
            <a:off x="1219200" y="3429000"/>
            <a:ext cx="685800" cy="0"/>
          </a:xfrm>
          <a:prstGeom prst="line">
            <a:avLst/>
          </a:prstGeom>
          <a:ln w="25400">
            <a:solidFill>
              <a:srgbClr val="1B2731"/>
            </a:solidFill>
            <a:tailEnd type="triangle"/>
          </a:ln>
        </p:spPr>
        <p:style>
          <a:lnRef idx="2">
            <a:schemeClr val="accent1"/>
          </a:lnRef>
          <a:fillRef idx="0">
            <a:schemeClr val="accent1"/>
          </a:fillRef>
          <a:effectRef idx="1">
            <a:schemeClr val="accent1"/>
          </a:effectRef>
          <a:fontRef idx="minor">
            <a:schemeClr val="tx1"/>
          </a:fontRef>
        </p:style>
      </p:cxnSp>
      <p:sp>
        <p:nvSpPr>
          <p:cNvPr id="11" name="A_矢印_操作_字">
            <a:extLst>
              <a:ext uri="{FF2B5EF4-FFF2-40B4-BE49-F238E27FC236}">
                <a16:creationId xmlns:a16="http://schemas.microsoft.com/office/drawing/2014/main" id="{28652502-7011-23A7-E586-D69BEBF86126}"/>
              </a:ext>
            </a:extLst>
          </p:cNvPr>
          <p:cNvSpPr txBox="1"/>
          <p:nvPr/>
        </p:nvSpPr>
        <p:spPr>
          <a:xfrm>
            <a:off x="1092200" y="2997200"/>
            <a:ext cx="812800" cy="381000"/>
          </a:xfrm>
          <a:prstGeom prst="rect">
            <a:avLst/>
          </a:prstGeom>
          <a:noFill/>
        </p:spPr>
        <p:txBody>
          <a:bodyPr vert="horz" wrap="square" lIns="0" tIns="0" rIns="0" bIns="0" rtlCol="0" anchor="ctr">
            <a:noAutofit/>
          </a:bodyPr>
          <a:lstStyle/>
          <a:p>
            <a:pPr algn="ctr"/>
            <a:r>
              <a:rPr kumimoji="1" lang="ja-JP" altLang="en-US" sz="1400" b="1" dirty="0">
                <a:solidFill>
                  <a:srgbClr val="1B2731"/>
                </a:solidFill>
                <a:latin typeface="Noto Sans JP" panose="020B0200000000000000" pitchFamily="50" charset="-128"/>
                <a:ea typeface="Noto Sans JP" panose="020B0200000000000000" pitchFamily="50" charset="-128"/>
              </a:rPr>
              <a:t>スマホ・</a:t>
            </a:r>
            <a:r>
              <a:rPr kumimoji="1" lang="en-US" altLang="ja-JP" sz="1400" b="1" dirty="0">
                <a:solidFill>
                  <a:srgbClr val="1B2731"/>
                </a:solidFill>
                <a:latin typeface="Noto Sans JP" panose="020B0200000000000000" pitchFamily="50" charset="-128"/>
                <a:ea typeface="Noto Sans JP" panose="020B0200000000000000" pitchFamily="50" charset="-128"/>
              </a:rPr>
              <a:t>PC</a:t>
            </a:r>
            <a:r>
              <a:rPr kumimoji="1" lang="ja-JP" altLang="en-US" sz="1400" b="1" dirty="0">
                <a:solidFill>
                  <a:srgbClr val="1B2731"/>
                </a:solidFill>
                <a:latin typeface="Noto Sans JP" panose="020B0200000000000000" pitchFamily="50" charset="-128"/>
                <a:ea typeface="Noto Sans JP" panose="020B0200000000000000" pitchFamily="50" charset="-128"/>
              </a:rPr>
              <a:t>で操作</a:t>
            </a:r>
          </a:p>
        </p:txBody>
      </p:sp>
      <p:sp>
        <p:nvSpPr>
          <p:cNvPr id="12" name="A_画面">
            <a:extLst>
              <a:ext uri="{FF2B5EF4-FFF2-40B4-BE49-F238E27FC236}">
                <a16:creationId xmlns:a16="http://schemas.microsoft.com/office/drawing/2014/main" id="{22B73EC4-FC04-3C0F-BEC7-3C55F030A065}"/>
              </a:ext>
            </a:extLst>
          </p:cNvPr>
          <p:cNvSpPr/>
          <p:nvPr/>
        </p:nvSpPr>
        <p:spPr>
          <a:xfrm>
            <a:off x="1981200" y="1168400"/>
            <a:ext cx="3403600" cy="5334000"/>
          </a:xfrm>
          <a:prstGeom prst="roundRect">
            <a:avLst>
              <a:gd name="adj" fmla="val 4000"/>
            </a:avLst>
          </a:prstGeom>
          <a:solidFill>
            <a:srgbClr val="FFFFFF"/>
          </a:solidFill>
          <a:ln w="3175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13" name="A_画面_題">
            <a:extLst>
              <a:ext uri="{FF2B5EF4-FFF2-40B4-BE49-F238E27FC236}">
                <a16:creationId xmlns:a16="http://schemas.microsoft.com/office/drawing/2014/main" id="{9CDC6E26-A9BF-433D-6164-85E29ED284A3}"/>
              </a:ext>
            </a:extLst>
          </p:cNvPr>
          <p:cNvSpPr txBox="1"/>
          <p:nvPr/>
        </p:nvSpPr>
        <p:spPr>
          <a:xfrm>
            <a:off x="2108200" y="1270000"/>
            <a:ext cx="3149600" cy="369332"/>
          </a:xfrm>
          <a:prstGeom prst="rect">
            <a:avLst/>
          </a:prstGeom>
          <a:noFill/>
        </p:spPr>
        <p:txBody>
          <a:bodyPr vert="horz" wrap="square" lIns="0" tIns="0" rIns="0" bIns="0" rtlCol="0" anchor="ctr">
            <a:noAutofit/>
          </a:bodyPr>
          <a:lstStyle/>
          <a:p>
            <a:pPr algn="ctr"/>
            <a:r>
              <a:rPr kumimoji="1" lang="ja-JP" altLang="en-US" b="1" dirty="0">
                <a:solidFill>
                  <a:srgbClr val="2350B5"/>
                </a:solidFill>
                <a:latin typeface="Noto Sans JP" panose="020B0200000000000000" pitchFamily="50" charset="-128"/>
                <a:ea typeface="Noto Sans JP" panose="020B0200000000000000" pitchFamily="50" charset="-128"/>
              </a:rPr>
              <a:t>画面とロジック（</a:t>
            </a:r>
            <a:r>
              <a:rPr kumimoji="1" lang="en-US" altLang="ja-JP" b="1" dirty="0">
                <a:solidFill>
                  <a:srgbClr val="2350B5"/>
                </a:solidFill>
                <a:latin typeface="Noto Sans JP" panose="020B0200000000000000" pitchFamily="50" charset="-128"/>
                <a:ea typeface="Noto Sans JP" panose="020B0200000000000000" pitchFamily="50" charset="-128"/>
              </a:rPr>
              <a:t>app.html</a:t>
            </a:r>
            <a:r>
              <a:rPr kumimoji="1" lang="ja-JP" altLang="en-US" b="1" dirty="0">
                <a:solidFill>
                  <a:srgbClr val="2350B5"/>
                </a:solidFill>
                <a:latin typeface="Noto Sans JP" panose="020B0200000000000000" pitchFamily="50" charset="-128"/>
                <a:ea typeface="Noto Sans JP" panose="020B0200000000000000" pitchFamily="50" charset="-128"/>
              </a:rPr>
              <a:t>）</a:t>
            </a:r>
          </a:p>
        </p:txBody>
      </p:sp>
      <p:sp>
        <p:nvSpPr>
          <p:cNvPr id="14" name="A_画面_副">
            <a:extLst>
              <a:ext uri="{FF2B5EF4-FFF2-40B4-BE49-F238E27FC236}">
                <a16:creationId xmlns:a16="http://schemas.microsoft.com/office/drawing/2014/main" id="{07E71286-F771-FF0F-4562-07B7DB5D475A}"/>
              </a:ext>
            </a:extLst>
          </p:cNvPr>
          <p:cNvSpPr txBox="1"/>
          <p:nvPr/>
        </p:nvSpPr>
        <p:spPr>
          <a:xfrm>
            <a:off x="2108200" y="1549400"/>
            <a:ext cx="3149600" cy="369332"/>
          </a:xfrm>
          <a:prstGeom prst="rect">
            <a:avLst/>
          </a:prstGeom>
          <a:noFill/>
        </p:spPr>
        <p:txBody>
          <a:bodyPr vert="horz" wrap="square" lIns="0" tIns="0" rIns="0" bIns="0" rtlCol="0" anchor="ctr">
            <a:noAutofit/>
          </a:bodyPr>
          <a:lstStyle/>
          <a:p>
            <a:pPr algn="ctr"/>
            <a:r>
              <a:rPr kumimoji="1" lang="en-US" altLang="ja-JP" sz="1400" b="1" dirty="0">
                <a:solidFill>
                  <a:srgbClr val="4D5E6A"/>
                </a:solidFill>
                <a:latin typeface="Noto Sans JP" panose="020B0200000000000000" pitchFamily="50" charset="-128"/>
                <a:ea typeface="Noto Sans JP" panose="020B0200000000000000" pitchFamily="50" charset="-128"/>
              </a:rPr>
              <a:t>HTML / CSS / JavaScript</a:t>
            </a:r>
            <a:r>
              <a:rPr kumimoji="1" lang="ja-JP" altLang="en-US" sz="1400" b="1" dirty="0">
                <a:solidFill>
                  <a:srgbClr val="4D5E6A"/>
                </a:solidFill>
                <a:latin typeface="Noto Sans JP" panose="020B0200000000000000" pitchFamily="50" charset="-128"/>
                <a:ea typeface="Noto Sans JP" panose="020B0200000000000000" pitchFamily="50" charset="-128"/>
              </a:rPr>
              <a:t>・</a:t>
            </a:r>
            <a:r>
              <a:rPr kumimoji="1" lang="en-US" altLang="ja-JP" sz="1400" b="1" dirty="0">
                <a:solidFill>
                  <a:srgbClr val="4D5E6A"/>
                </a:solidFill>
                <a:latin typeface="Noto Sans JP" panose="020B0200000000000000" pitchFamily="50" charset="-128"/>
                <a:ea typeface="Noto Sans JP" panose="020B0200000000000000" pitchFamily="50" charset="-128"/>
              </a:rPr>
              <a:t>1</a:t>
            </a:r>
            <a:r>
              <a:rPr kumimoji="1" lang="ja-JP" altLang="en-US" sz="1400" b="1" dirty="0">
                <a:solidFill>
                  <a:srgbClr val="4D5E6A"/>
                </a:solidFill>
                <a:latin typeface="Noto Sans JP" panose="020B0200000000000000" pitchFamily="50" charset="-128"/>
                <a:ea typeface="Noto Sans JP" panose="020B0200000000000000" pitchFamily="50" charset="-128"/>
              </a:rPr>
              <a:t>ファイル</a:t>
            </a:r>
          </a:p>
        </p:txBody>
      </p:sp>
      <p:sp>
        <p:nvSpPr>
          <p:cNvPr id="15" name="A_部品1">
            <a:extLst>
              <a:ext uri="{FF2B5EF4-FFF2-40B4-BE49-F238E27FC236}">
                <a16:creationId xmlns:a16="http://schemas.microsoft.com/office/drawing/2014/main" id="{3DD21E0F-F33A-6E8C-CA1B-20BFABB30CFE}"/>
              </a:ext>
            </a:extLst>
          </p:cNvPr>
          <p:cNvSpPr/>
          <p:nvPr/>
        </p:nvSpPr>
        <p:spPr>
          <a:xfrm>
            <a:off x="2184400" y="1905000"/>
            <a:ext cx="2997200" cy="787400"/>
          </a:xfrm>
          <a:prstGeom prst="roundRect">
            <a:avLst>
              <a:gd name="adj" fmla="val 10000"/>
            </a:avLst>
          </a:prstGeom>
          <a:solidFill>
            <a:srgbClr val="E3EAF9"/>
          </a:solidFill>
          <a:ln w="2540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16" name="A_部品1_題">
            <a:extLst>
              <a:ext uri="{FF2B5EF4-FFF2-40B4-BE49-F238E27FC236}">
                <a16:creationId xmlns:a16="http://schemas.microsoft.com/office/drawing/2014/main" id="{B43A7424-B492-03FA-466E-29206860F96C}"/>
              </a:ext>
            </a:extLst>
          </p:cNvPr>
          <p:cNvSpPr txBox="1"/>
          <p:nvPr/>
        </p:nvSpPr>
        <p:spPr>
          <a:xfrm>
            <a:off x="2286000" y="1981200"/>
            <a:ext cx="2794000" cy="369332"/>
          </a:xfrm>
          <a:prstGeom prst="rect">
            <a:avLst/>
          </a:prstGeom>
          <a:noFill/>
        </p:spPr>
        <p:txBody>
          <a:bodyPr vert="horz" wrap="square" lIns="0" tIns="0" rIns="0" bIns="0" rtlCol="0" anchor="t">
            <a:noAutofit/>
          </a:bodyPr>
          <a:lstStyle/>
          <a:p>
            <a:pPr algn="ctr"/>
            <a:r>
              <a:rPr kumimoji="1" lang="ja-JP" altLang="en-US" sz="1400" b="1">
                <a:solidFill>
                  <a:srgbClr val="2350B5"/>
                </a:solidFill>
                <a:latin typeface="Noto Sans JP" panose="020B0200000000000000" pitchFamily="50" charset="-128"/>
                <a:ea typeface="Noto Sans JP" panose="020B0200000000000000" pitchFamily="50" charset="-128"/>
              </a:rPr>
              <a:t>計画エンジン</a:t>
            </a:r>
          </a:p>
        </p:txBody>
      </p:sp>
      <p:sp>
        <p:nvSpPr>
          <p:cNvPr id="17" name="A_部品1_文">
            <a:extLst>
              <a:ext uri="{FF2B5EF4-FFF2-40B4-BE49-F238E27FC236}">
                <a16:creationId xmlns:a16="http://schemas.microsoft.com/office/drawing/2014/main" id="{DAB525F1-FD4D-8585-F6C2-F1242294C8FE}"/>
              </a:ext>
            </a:extLst>
          </p:cNvPr>
          <p:cNvSpPr txBox="1"/>
          <p:nvPr/>
        </p:nvSpPr>
        <p:spPr>
          <a:xfrm>
            <a:off x="2286000" y="2247900"/>
            <a:ext cx="2794000" cy="369332"/>
          </a:xfrm>
          <a:prstGeom prst="rect">
            <a:avLst/>
          </a:prstGeom>
          <a:noFill/>
        </p:spPr>
        <p:txBody>
          <a:bodyPr vert="horz" wrap="square" lIns="0" tIns="0" rIns="0" bIns="0" rtlCol="0" anchor="t">
            <a:noAutofit/>
          </a:bodyPr>
          <a:lstStyle/>
          <a:p>
            <a:pPr algn="ctr"/>
            <a:r>
              <a:rPr kumimoji="1" lang="ja-JP" altLang="en-US" sz="1400" b="1" dirty="0">
                <a:solidFill>
                  <a:srgbClr val="1B2731"/>
                </a:solidFill>
                <a:latin typeface="Noto Sans JP" panose="020B0200000000000000" pitchFamily="50" charset="-128"/>
                <a:ea typeface="Noto Sans JP" panose="020B0200000000000000" pitchFamily="50" charset="-128"/>
              </a:rPr>
              <a:t>試験日から</a:t>
            </a:r>
            <a:endParaRPr kumimoji="1" lang="en-US" altLang="ja-JP" sz="1400" b="1" dirty="0">
              <a:solidFill>
                <a:srgbClr val="1B2731"/>
              </a:solidFill>
              <a:latin typeface="Noto Sans JP" panose="020B0200000000000000" pitchFamily="50" charset="-128"/>
              <a:ea typeface="Noto Sans JP" panose="020B0200000000000000" pitchFamily="50" charset="-128"/>
            </a:endParaRPr>
          </a:p>
          <a:p>
            <a:pPr algn="ctr"/>
            <a:r>
              <a:rPr kumimoji="1" lang="ja-JP" altLang="en-US" sz="1400" b="1" dirty="0">
                <a:solidFill>
                  <a:srgbClr val="1B2731"/>
                </a:solidFill>
                <a:latin typeface="Noto Sans JP" panose="020B0200000000000000" pitchFamily="50" charset="-128"/>
                <a:ea typeface="Noto Sans JP" panose="020B0200000000000000" pitchFamily="50" charset="-128"/>
              </a:rPr>
              <a:t>逆算・苦手に配分・組み直し</a:t>
            </a:r>
          </a:p>
        </p:txBody>
      </p:sp>
      <p:sp>
        <p:nvSpPr>
          <p:cNvPr id="18" name="A_部品2">
            <a:extLst>
              <a:ext uri="{FF2B5EF4-FFF2-40B4-BE49-F238E27FC236}">
                <a16:creationId xmlns:a16="http://schemas.microsoft.com/office/drawing/2014/main" id="{66DC7A7D-F04C-3AE5-A88E-910E25FFF94A}"/>
              </a:ext>
            </a:extLst>
          </p:cNvPr>
          <p:cNvSpPr/>
          <p:nvPr/>
        </p:nvSpPr>
        <p:spPr>
          <a:xfrm>
            <a:off x="2184400" y="2819400"/>
            <a:ext cx="2997200" cy="787400"/>
          </a:xfrm>
          <a:prstGeom prst="roundRect">
            <a:avLst>
              <a:gd name="adj" fmla="val 10000"/>
            </a:avLst>
          </a:prstGeom>
          <a:solidFill>
            <a:srgbClr val="FFFFFF"/>
          </a:solidFill>
          <a:ln w="2540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19" name="A_部品2_題">
            <a:extLst>
              <a:ext uri="{FF2B5EF4-FFF2-40B4-BE49-F238E27FC236}">
                <a16:creationId xmlns:a16="http://schemas.microsoft.com/office/drawing/2014/main" id="{60240706-CA5D-606B-5C3E-620D6C0D9AB5}"/>
              </a:ext>
            </a:extLst>
          </p:cNvPr>
          <p:cNvSpPr txBox="1"/>
          <p:nvPr/>
        </p:nvSpPr>
        <p:spPr>
          <a:xfrm>
            <a:off x="2286000" y="2895600"/>
            <a:ext cx="2794000" cy="369332"/>
          </a:xfrm>
          <a:prstGeom prst="rect">
            <a:avLst/>
          </a:prstGeom>
          <a:noFill/>
        </p:spPr>
        <p:txBody>
          <a:bodyPr vert="horz" wrap="square" lIns="0" tIns="0" rIns="0" bIns="0" rtlCol="0" anchor="t">
            <a:noAutofit/>
          </a:bodyPr>
          <a:lstStyle/>
          <a:p>
            <a:pPr algn="ctr"/>
            <a:r>
              <a:rPr kumimoji="1" lang="ja-JP" altLang="en-US" sz="1400" b="1">
                <a:solidFill>
                  <a:srgbClr val="2350B5"/>
                </a:solidFill>
                <a:latin typeface="Noto Sans JP" panose="020B0200000000000000" pitchFamily="50" charset="-128"/>
                <a:ea typeface="Noto Sans JP" panose="020B0200000000000000" pitchFamily="50" charset="-128"/>
              </a:rPr>
              <a:t>学習機能</a:t>
            </a:r>
          </a:p>
        </p:txBody>
      </p:sp>
      <p:sp>
        <p:nvSpPr>
          <p:cNvPr id="20" name="A_部品2_文">
            <a:extLst>
              <a:ext uri="{FF2B5EF4-FFF2-40B4-BE49-F238E27FC236}">
                <a16:creationId xmlns:a16="http://schemas.microsoft.com/office/drawing/2014/main" id="{F6FEF692-88E5-2278-FA0B-1EBEF24A9306}"/>
              </a:ext>
            </a:extLst>
          </p:cNvPr>
          <p:cNvSpPr txBox="1"/>
          <p:nvPr/>
        </p:nvSpPr>
        <p:spPr>
          <a:xfrm>
            <a:off x="2286000" y="3162300"/>
            <a:ext cx="2794000" cy="369332"/>
          </a:xfrm>
          <a:prstGeom prst="rect">
            <a:avLst/>
          </a:prstGeom>
          <a:noFill/>
        </p:spPr>
        <p:txBody>
          <a:bodyPr vert="horz" wrap="square" lIns="0" tIns="0" rIns="0" bIns="0" rtlCol="0" anchor="t">
            <a:noAutofit/>
          </a:bodyPr>
          <a:lstStyle/>
          <a:p>
            <a:pPr algn="ctr"/>
            <a:r>
              <a:rPr kumimoji="1" lang="ja-JP" altLang="en-US" sz="1400" b="1" dirty="0">
                <a:solidFill>
                  <a:srgbClr val="1B2731"/>
                </a:solidFill>
                <a:latin typeface="Noto Sans JP" panose="020B0200000000000000" pitchFamily="50" charset="-128"/>
                <a:ea typeface="Noto Sans JP" panose="020B0200000000000000" pitchFamily="50" charset="-128"/>
              </a:rPr>
              <a:t>解説・練習問題・採点・質問</a:t>
            </a:r>
          </a:p>
        </p:txBody>
      </p:sp>
      <p:sp>
        <p:nvSpPr>
          <p:cNvPr id="21" name="A_部品3">
            <a:extLst>
              <a:ext uri="{FF2B5EF4-FFF2-40B4-BE49-F238E27FC236}">
                <a16:creationId xmlns:a16="http://schemas.microsoft.com/office/drawing/2014/main" id="{D0D1023E-626F-876D-E7AA-DE5ACA73C6FD}"/>
              </a:ext>
            </a:extLst>
          </p:cNvPr>
          <p:cNvSpPr/>
          <p:nvPr/>
        </p:nvSpPr>
        <p:spPr>
          <a:xfrm>
            <a:off x="2184400" y="3733800"/>
            <a:ext cx="2997200" cy="787400"/>
          </a:xfrm>
          <a:prstGeom prst="roundRect">
            <a:avLst>
              <a:gd name="adj" fmla="val 10000"/>
            </a:avLst>
          </a:prstGeom>
          <a:solidFill>
            <a:srgbClr val="FFFFFF"/>
          </a:solidFill>
          <a:ln w="2540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22" name="A_部品3_題">
            <a:extLst>
              <a:ext uri="{FF2B5EF4-FFF2-40B4-BE49-F238E27FC236}">
                <a16:creationId xmlns:a16="http://schemas.microsoft.com/office/drawing/2014/main" id="{5767B4E4-6F81-B8BE-A683-625D854558D7}"/>
              </a:ext>
            </a:extLst>
          </p:cNvPr>
          <p:cNvSpPr txBox="1"/>
          <p:nvPr/>
        </p:nvSpPr>
        <p:spPr>
          <a:xfrm>
            <a:off x="2286000" y="3810000"/>
            <a:ext cx="2794000" cy="369332"/>
          </a:xfrm>
          <a:prstGeom prst="rect">
            <a:avLst/>
          </a:prstGeom>
          <a:noFill/>
        </p:spPr>
        <p:txBody>
          <a:bodyPr vert="horz" wrap="square" lIns="0" tIns="0" rIns="0" bIns="0" rtlCol="0" anchor="t">
            <a:noAutofit/>
          </a:bodyPr>
          <a:lstStyle/>
          <a:p>
            <a:pPr algn="ctr"/>
            <a:r>
              <a:rPr kumimoji="1" lang="ja-JP" altLang="en-US" sz="1400" b="1">
                <a:solidFill>
                  <a:srgbClr val="2350B5"/>
                </a:solidFill>
                <a:latin typeface="Noto Sans JP" panose="020B0200000000000000" pitchFamily="50" charset="-128"/>
                <a:ea typeface="Noto Sans JP" panose="020B0200000000000000" pitchFamily="50" charset="-128"/>
              </a:rPr>
              <a:t>目次の読み取り</a:t>
            </a:r>
          </a:p>
        </p:txBody>
      </p:sp>
      <p:sp>
        <p:nvSpPr>
          <p:cNvPr id="23" name="A_部品3_文">
            <a:extLst>
              <a:ext uri="{FF2B5EF4-FFF2-40B4-BE49-F238E27FC236}">
                <a16:creationId xmlns:a16="http://schemas.microsoft.com/office/drawing/2014/main" id="{1234A4E3-FA00-3212-28E4-4BA9235D1816}"/>
              </a:ext>
            </a:extLst>
          </p:cNvPr>
          <p:cNvSpPr txBox="1"/>
          <p:nvPr/>
        </p:nvSpPr>
        <p:spPr>
          <a:xfrm>
            <a:off x="2286000" y="4076700"/>
            <a:ext cx="2794000" cy="369332"/>
          </a:xfrm>
          <a:prstGeom prst="rect">
            <a:avLst/>
          </a:prstGeom>
          <a:noFill/>
        </p:spPr>
        <p:txBody>
          <a:bodyPr vert="horz" wrap="square" lIns="0" tIns="0" rIns="0" bIns="0" rtlCol="0" anchor="t">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写真の目次を単元とページに</a:t>
            </a:r>
          </a:p>
        </p:txBody>
      </p:sp>
      <p:sp>
        <p:nvSpPr>
          <p:cNvPr id="24" name="A_部品4">
            <a:extLst>
              <a:ext uri="{FF2B5EF4-FFF2-40B4-BE49-F238E27FC236}">
                <a16:creationId xmlns:a16="http://schemas.microsoft.com/office/drawing/2014/main" id="{C5344FAB-8D67-EAEB-CB7E-29A0EB19F149}"/>
              </a:ext>
            </a:extLst>
          </p:cNvPr>
          <p:cNvSpPr/>
          <p:nvPr/>
        </p:nvSpPr>
        <p:spPr>
          <a:xfrm>
            <a:off x="2184400" y="4648200"/>
            <a:ext cx="2997200" cy="787400"/>
          </a:xfrm>
          <a:prstGeom prst="roundRect">
            <a:avLst>
              <a:gd name="adj" fmla="val 10000"/>
            </a:avLst>
          </a:prstGeom>
          <a:solidFill>
            <a:srgbClr val="FFFFFF"/>
          </a:solidFill>
          <a:ln w="25400">
            <a:solidFill>
              <a:srgbClr val="235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25" name="A_部品4_題">
            <a:extLst>
              <a:ext uri="{FF2B5EF4-FFF2-40B4-BE49-F238E27FC236}">
                <a16:creationId xmlns:a16="http://schemas.microsoft.com/office/drawing/2014/main" id="{1F8ACC16-39AD-D634-E333-E0569D31AF2A}"/>
              </a:ext>
            </a:extLst>
          </p:cNvPr>
          <p:cNvSpPr txBox="1"/>
          <p:nvPr/>
        </p:nvSpPr>
        <p:spPr>
          <a:xfrm>
            <a:off x="2286000" y="4724400"/>
            <a:ext cx="2794000" cy="369332"/>
          </a:xfrm>
          <a:prstGeom prst="rect">
            <a:avLst/>
          </a:prstGeom>
          <a:noFill/>
        </p:spPr>
        <p:txBody>
          <a:bodyPr vert="horz" wrap="square" lIns="0" tIns="0" rIns="0" bIns="0" rtlCol="0" anchor="t">
            <a:noAutofit/>
          </a:bodyPr>
          <a:lstStyle/>
          <a:p>
            <a:pPr algn="ctr"/>
            <a:r>
              <a:rPr kumimoji="1" lang="en-US" altLang="ja-JP" sz="1400" b="1" dirty="0">
                <a:solidFill>
                  <a:srgbClr val="2350B5"/>
                </a:solidFill>
                <a:latin typeface="Noto Sans JP" panose="020B0200000000000000" pitchFamily="50" charset="-128"/>
                <a:ea typeface="Noto Sans JP" panose="020B0200000000000000" pitchFamily="50" charset="-128"/>
              </a:rPr>
              <a:t>AI</a:t>
            </a:r>
            <a:r>
              <a:rPr kumimoji="1" lang="ja-JP" altLang="en-US" sz="1400" b="1" dirty="0">
                <a:solidFill>
                  <a:srgbClr val="2350B5"/>
                </a:solidFill>
                <a:latin typeface="Noto Sans JP" panose="020B0200000000000000" pitchFamily="50" charset="-128"/>
                <a:ea typeface="Noto Sans JP" panose="020B0200000000000000" pitchFamily="50" charset="-128"/>
              </a:rPr>
              <a:t>アドバイザー</a:t>
            </a:r>
          </a:p>
        </p:txBody>
      </p:sp>
      <p:sp>
        <p:nvSpPr>
          <p:cNvPr id="26" name="A_部品4_文">
            <a:extLst>
              <a:ext uri="{FF2B5EF4-FFF2-40B4-BE49-F238E27FC236}">
                <a16:creationId xmlns:a16="http://schemas.microsoft.com/office/drawing/2014/main" id="{74EB0537-C0B4-5BA2-9F64-592493B7D910}"/>
              </a:ext>
            </a:extLst>
          </p:cNvPr>
          <p:cNvSpPr txBox="1"/>
          <p:nvPr/>
        </p:nvSpPr>
        <p:spPr>
          <a:xfrm>
            <a:off x="2286000" y="4972438"/>
            <a:ext cx="2794000" cy="369332"/>
          </a:xfrm>
          <a:prstGeom prst="rect">
            <a:avLst/>
          </a:prstGeom>
          <a:noFill/>
        </p:spPr>
        <p:txBody>
          <a:bodyPr vert="horz" wrap="square" lIns="0" tIns="0" rIns="0" bIns="0" rtlCol="0" anchor="t">
            <a:noAutofit/>
          </a:bodyPr>
          <a:lstStyle/>
          <a:p>
            <a:pPr algn="ctr"/>
            <a:r>
              <a:rPr kumimoji="1" lang="en-US" altLang="ja-JP" sz="1400" b="1" dirty="0">
                <a:solidFill>
                  <a:srgbClr val="1B2731"/>
                </a:solidFill>
                <a:latin typeface="Noto Sans JP" panose="020B0200000000000000" pitchFamily="50" charset="-128"/>
                <a:ea typeface="Noto Sans JP" panose="020B0200000000000000" pitchFamily="50" charset="-128"/>
              </a:rPr>
              <a:t>AI</a:t>
            </a:r>
            <a:r>
              <a:rPr kumimoji="1" lang="ja-JP" altLang="en-US" sz="1400" b="1" dirty="0">
                <a:solidFill>
                  <a:srgbClr val="1B2731"/>
                </a:solidFill>
                <a:latin typeface="Noto Sans JP" panose="020B0200000000000000" pitchFamily="50" charset="-128"/>
                <a:ea typeface="Noto Sans JP" panose="020B0200000000000000" pitchFamily="50" charset="-128"/>
              </a:rPr>
              <a:t>への指示を作り、</a:t>
            </a:r>
            <a:endParaRPr kumimoji="1" lang="en-US" altLang="ja-JP" sz="1400" b="1" dirty="0">
              <a:solidFill>
                <a:srgbClr val="1B2731"/>
              </a:solidFill>
              <a:latin typeface="Noto Sans JP" panose="020B0200000000000000" pitchFamily="50" charset="-128"/>
              <a:ea typeface="Noto Sans JP" panose="020B0200000000000000" pitchFamily="50" charset="-128"/>
            </a:endParaRPr>
          </a:p>
          <a:p>
            <a:pPr algn="ctr"/>
            <a:r>
              <a:rPr kumimoji="1" lang="ja-JP" altLang="en-US" sz="1400" b="1" dirty="0">
                <a:solidFill>
                  <a:srgbClr val="1B2731"/>
                </a:solidFill>
                <a:latin typeface="Noto Sans JP" panose="020B0200000000000000" pitchFamily="50" charset="-128"/>
                <a:ea typeface="Noto Sans JP" panose="020B0200000000000000" pitchFamily="50" charset="-128"/>
              </a:rPr>
              <a:t>返事を確かめる</a:t>
            </a:r>
          </a:p>
        </p:txBody>
      </p:sp>
      <p:sp>
        <p:nvSpPr>
          <p:cNvPr id="27" name="A_画面_数式">
            <a:extLst>
              <a:ext uri="{FF2B5EF4-FFF2-40B4-BE49-F238E27FC236}">
                <a16:creationId xmlns:a16="http://schemas.microsoft.com/office/drawing/2014/main" id="{E780FC18-519D-69CF-E28C-144A31A0ED79}"/>
              </a:ext>
            </a:extLst>
          </p:cNvPr>
          <p:cNvSpPr txBox="1"/>
          <p:nvPr/>
        </p:nvSpPr>
        <p:spPr>
          <a:xfrm>
            <a:off x="2108200" y="5613400"/>
            <a:ext cx="3149600" cy="369332"/>
          </a:xfrm>
          <a:prstGeom prst="rect">
            <a:avLst/>
          </a:prstGeom>
          <a:noFill/>
        </p:spPr>
        <p:txBody>
          <a:bodyPr vert="horz" wrap="square" lIns="0" tIns="0" rIns="0" bIns="0" rtlCol="0" anchor="ctr">
            <a:noAutofit/>
          </a:bodyPr>
          <a:lstStyle/>
          <a:p>
            <a:pPr algn="ctr"/>
            <a:r>
              <a:rPr kumimoji="1" lang="ja-JP" altLang="en-US" sz="1400" b="1" dirty="0">
                <a:solidFill>
                  <a:srgbClr val="4D5E6A"/>
                </a:solidFill>
                <a:latin typeface="Noto Sans JP" panose="020B0200000000000000" pitchFamily="50" charset="-128"/>
                <a:ea typeface="Noto Sans JP" panose="020B0200000000000000" pitchFamily="50" charset="-128"/>
              </a:rPr>
              <a:t>数式の表示：</a:t>
            </a:r>
            <a:r>
              <a:rPr kumimoji="1" lang="en-US" altLang="ja-JP" sz="1400" b="1" dirty="0" err="1">
                <a:solidFill>
                  <a:srgbClr val="4D5E6A"/>
                </a:solidFill>
                <a:latin typeface="Noto Sans JP" panose="020B0200000000000000" pitchFamily="50" charset="-128"/>
                <a:ea typeface="Noto Sans JP" panose="020B0200000000000000" pitchFamily="50" charset="-128"/>
              </a:rPr>
              <a:t>KaTeX</a:t>
            </a:r>
            <a:endParaRPr kumimoji="1" lang="ja-JP" altLang="en-US" sz="1400" b="1" dirty="0">
              <a:solidFill>
                <a:srgbClr val="4D5E6A"/>
              </a:solidFill>
              <a:latin typeface="Noto Sans JP" panose="020B0200000000000000" pitchFamily="50" charset="-128"/>
              <a:ea typeface="Noto Sans JP" panose="020B0200000000000000" pitchFamily="50" charset="-128"/>
            </a:endParaRPr>
          </a:p>
        </p:txBody>
      </p:sp>
      <p:sp>
        <p:nvSpPr>
          <p:cNvPr id="28" name="A_画面_共通">
            <a:extLst>
              <a:ext uri="{FF2B5EF4-FFF2-40B4-BE49-F238E27FC236}">
                <a16:creationId xmlns:a16="http://schemas.microsoft.com/office/drawing/2014/main" id="{F16A1A54-9566-876B-62FE-FC84057F8182}"/>
              </a:ext>
            </a:extLst>
          </p:cNvPr>
          <p:cNvSpPr txBox="1"/>
          <p:nvPr/>
        </p:nvSpPr>
        <p:spPr>
          <a:xfrm>
            <a:off x="2108200" y="5918200"/>
            <a:ext cx="3149600" cy="369332"/>
          </a:xfrm>
          <a:prstGeom prst="rect">
            <a:avLst/>
          </a:prstGeom>
          <a:noFill/>
        </p:spPr>
        <p:txBody>
          <a:bodyPr vert="horz" wrap="square" lIns="0" tIns="0" rIns="0" bIns="0" rtlCol="0" anchor="ctr">
            <a:noAutofit/>
          </a:bodyPr>
          <a:lstStyle/>
          <a:p>
            <a:pPr algn="ctr"/>
            <a:r>
              <a:rPr kumimoji="1" lang="ja-JP" altLang="en-US" sz="1400" b="1">
                <a:solidFill>
                  <a:srgbClr val="2350B5"/>
                </a:solidFill>
                <a:latin typeface="Noto Sans JP" panose="020B0200000000000000" pitchFamily="50" charset="-128"/>
                <a:ea typeface="Noto Sans JP" panose="020B0200000000000000" pitchFamily="50" charset="-128"/>
              </a:rPr>
              <a:t>同じ画面のコードを</a:t>
            </a:r>
            <a:br>
              <a:rPr kumimoji="1" lang="ja-JP" altLang="en-US" sz="1400" b="1">
                <a:solidFill>
                  <a:srgbClr val="1B2731"/>
                </a:solidFill>
                <a:latin typeface="Noto Sans JP" panose="020B0200000000000000" pitchFamily="50" charset="-128"/>
                <a:ea typeface="Noto Sans JP" panose="020B0200000000000000" pitchFamily="50" charset="-128"/>
              </a:rPr>
            </a:br>
            <a:r>
              <a:rPr kumimoji="1" lang="en-US" altLang="ja-JP" sz="1400" b="1">
                <a:solidFill>
                  <a:srgbClr val="1B2731"/>
                </a:solidFill>
                <a:latin typeface="Noto Sans JP" panose="020B0200000000000000" pitchFamily="50" charset="-128"/>
                <a:ea typeface="Noto Sans JP" panose="020B0200000000000000" pitchFamily="50" charset="-128"/>
              </a:rPr>
              <a:t>Web</a:t>
            </a:r>
            <a:r>
              <a:rPr kumimoji="1" lang="ja-JP" altLang="en-US" sz="1400" b="1">
                <a:solidFill>
                  <a:srgbClr val="1B2731"/>
                </a:solidFill>
                <a:latin typeface="Noto Sans JP" panose="020B0200000000000000" pitchFamily="50" charset="-128"/>
                <a:ea typeface="Noto Sans JP" panose="020B0200000000000000" pitchFamily="50" charset="-128"/>
              </a:rPr>
              <a:t>版とスマホ版の両方で使う</a:t>
            </a:r>
          </a:p>
        </p:txBody>
      </p:sp>
      <p:sp>
        <p:nvSpPr>
          <p:cNvPr id="29" name="A_Web">
            <a:extLst>
              <a:ext uri="{FF2B5EF4-FFF2-40B4-BE49-F238E27FC236}">
                <a16:creationId xmlns:a16="http://schemas.microsoft.com/office/drawing/2014/main" id="{88CED9CB-6C53-2256-7EB7-5CA59625B172}"/>
              </a:ext>
            </a:extLst>
          </p:cNvPr>
          <p:cNvSpPr/>
          <p:nvPr/>
        </p:nvSpPr>
        <p:spPr>
          <a:xfrm>
            <a:off x="5791200" y="1270000"/>
            <a:ext cx="3149600" cy="2413000"/>
          </a:xfrm>
          <a:prstGeom prst="roundRect">
            <a:avLst>
              <a:gd name="adj" fmla="val 5000"/>
            </a:avLst>
          </a:prstGeom>
          <a:noFill/>
          <a:ln w="19050" cap="flat" cmpd="sng" algn="ctr">
            <a:solidFill>
              <a:srgbClr val="CB7420"/>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30" name="A_Web_題地">
            <a:extLst>
              <a:ext uri="{FF2B5EF4-FFF2-40B4-BE49-F238E27FC236}">
                <a16:creationId xmlns:a16="http://schemas.microsoft.com/office/drawing/2014/main" id="{BCED8D80-FFB9-D911-5C45-60F23D265FED}"/>
              </a:ext>
            </a:extLst>
          </p:cNvPr>
          <p:cNvSpPr/>
          <p:nvPr/>
        </p:nvSpPr>
        <p:spPr>
          <a:xfrm>
            <a:off x="5943600" y="1130300"/>
            <a:ext cx="2844800" cy="279400"/>
          </a:xfrm>
          <a:prstGeom prst="roundRect">
            <a:avLst>
              <a:gd name="adj" fmla="val 4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31" name="A_Web_題">
            <a:extLst>
              <a:ext uri="{FF2B5EF4-FFF2-40B4-BE49-F238E27FC236}">
                <a16:creationId xmlns:a16="http://schemas.microsoft.com/office/drawing/2014/main" id="{CAC39277-0763-9781-523D-B3CBD433E3C5}"/>
              </a:ext>
            </a:extLst>
          </p:cNvPr>
          <p:cNvSpPr txBox="1"/>
          <p:nvPr/>
        </p:nvSpPr>
        <p:spPr>
          <a:xfrm>
            <a:off x="5943600" y="1092976"/>
            <a:ext cx="2844800" cy="369332"/>
          </a:xfrm>
          <a:prstGeom prst="rect">
            <a:avLst/>
          </a:prstGeom>
          <a:noFill/>
        </p:spPr>
        <p:txBody>
          <a:bodyPr vert="horz" wrap="square" lIns="0" tIns="0" rIns="0" bIns="0" rtlCol="0" anchor="ctr">
            <a:noAutofit/>
          </a:bodyPr>
          <a:lstStyle/>
          <a:p>
            <a:pPr algn="ctr"/>
            <a:r>
              <a:rPr kumimoji="1" lang="en-US" altLang="ja-JP" sz="1600" b="1" dirty="0">
                <a:solidFill>
                  <a:srgbClr val="CB7420"/>
                </a:solidFill>
                <a:latin typeface="Noto Sans JP" panose="020B0200000000000000" pitchFamily="50" charset="-128"/>
                <a:ea typeface="Noto Sans JP" panose="020B0200000000000000" pitchFamily="50" charset="-128"/>
              </a:rPr>
              <a:t>Web</a:t>
            </a:r>
            <a:r>
              <a:rPr kumimoji="1" lang="ja-JP" altLang="en-US" sz="1600" b="1" dirty="0">
                <a:solidFill>
                  <a:srgbClr val="CB7420"/>
                </a:solidFill>
                <a:latin typeface="Noto Sans JP" panose="020B0200000000000000" pitchFamily="50" charset="-128"/>
                <a:ea typeface="Noto Sans JP" panose="020B0200000000000000" pitchFamily="50" charset="-128"/>
              </a:rPr>
              <a:t>版（</a:t>
            </a:r>
            <a:r>
              <a:rPr kumimoji="1" lang="en-US" altLang="ja-JP" sz="1600" b="1" dirty="0">
                <a:solidFill>
                  <a:srgbClr val="CB7420"/>
                </a:solidFill>
                <a:latin typeface="Noto Sans JP" panose="020B0200000000000000" pitchFamily="50" charset="-128"/>
                <a:ea typeface="Noto Sans JP" panose="020B0200000000000000" pitchFamily="50" charset="-128"/>
              </a:rPr>
              <a:t>claude.ai</a:t>
            </a:r>
            <a:r>
              <a:rPr kumimoji="1" lang="ja-JP" altLang="en-US" sz="1600" b="1" dirty="0">
                <a:solidFill>
                  <a:srgbClr val="CB7420"/>
                </a:solidFill>
                <a:latin typeface="Noto Sans JP" panose="020B0200000000000000" pitchFamily="50" charset="-128"/>
                <a:ea typeface="Noto Sans JP" panose="020B0200000000000000" pitchFamily="50" charset="-128"/>
              </a:rPr>
              <a:t>）</a:t>
            </a:r>
          </a:p>
        </p:txBody>
      </p:sp>
      <p:sp>
        <p:nvSpPr>
          <p:cNvPr id="32" name="A_Web_AI">
            <a:extLst>
              <a:ext uri="{FF2B5EF4-FFF2-40B4-BE49-F238E27FC236}">
                <a16:creationId xmlns:a16="http://schemas.microsoft.com/office/drawing/2014/main" id="{5CD32089-3577-C00B-D972-63F4D29BA5D3}"/>
              </a:ext>
            </a:extLst>
          </p:cNvPr>
          <p:cNvSpPr/>
          <p:nvPr/>
        </p:nvSpPr>
        <p:spPr>
          <a:xfrm>
            <a:off x="5994400" y="1549400"/>
            <a:ext cx="2743200" cy="889000"/>
          </a:xfrm>
          <a:prstGeom prst="roundRect">
            <a:avLst>
              <a:gd name="adj" fmla="val 10000"/>
            </a:avLst>
          </a:prstGeom>
          <a:solidFill>
            <a:srgbClr val="FBE9D7"/>
          </a:solidFill>
          <a:ln w="25400">
            <a:solidFill>
              <a:srgbClr val="CB74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33" name="A_Web_AI_題">
            <a:extLst>
              <a:ext uri="{FF2B5EF4-FFF2-40B4-BE49-F238E27FC236}">
                <a16:creationId xmlns:a16="http://schemas.microsoft.com/office/drawing/2014/main" id="{EA776496-4D43-0D32-877C-C071DB15BDD2}"/>
              </a:ext>
            </a:extLst>
          </p:cNvPr>
          <p:cNvSpPr txBox="1"/>
          <p:nvPr/>
        </p:nvSpPr>
        <p:spPr>
          <a:xfrm>
            <a:off x="6096000" y="1625600"/>
            <a:ext cx="2540000" cy="369332"/>
          </a:xfrm>
          <a:prstGeom prst="rect">
            <a:avLst/>
          </a:prstGeom>
          <a:noFill/>
        </p:spPr>
        <p:txBody>
          <a:bodyPr vert="horz" wrap="square" lIns="0" tIns="0" rIns="0" bIns="0" rtlCol="0" anchor="t">
            <a:noAutofit/>
          </a:bodyPr>
          <a:lstStyle/>
          <a:p>
            <a:pPr algn="ctr"/>
            <a:r>
              <a:rPr kumimoji="1" lang="en-US" altLang="ja-JP" sz="1400" b="1" dirty="0">
                <a:solidFill>
                  <a:srgbClr val="CB7420"/>
                </a:solidFill>
                <a:latin typeface="Noto Sans JP" panose="020B0200000000000000" pitchFamily="50" charset="-128"/>
                <a:ea typeface="Noto Sans JP" panose="020B0200000000000000" pitchFamily="50" charset="-128"/>
              </a:rPr>
              <a:t>AI</a:t>
            </a:r>
            <a:r>
              <a:rPr kumimoji="1" lang="ja-JP" altLang="en-US" sz="1400" b="1" dirty="0">
                <a:solidFill>
                  <a:srgbClr val="CB7420"/>
                </a:solidFill>
                <a:latin typeface="Noto Sans JP" panose="020B0200000000000000" pitchFamily="50" charset="-128"/>
                <a:ea typeface="Noto Sans JP" panose="020B0200000000000000" pitchFamily="50" charset="-128"/>
              </a:rPr>
              <a:t>：</a:t>
            </a:r>
            <a:r>
              <a:rPr kumimoji="1" lang="en-US" altLang="ja-JP" sz="1400" b="1" dirty="0">
                <a:solidFill>
                  <a:srgbClr val="CB7420"/>
                </a:solidFill>
                <a:latin typeface="Noto Sans JP" panose="020B0200000000000000" pitchFamily="50" charset="-128"/>
                <a:ea typeface="Noto Sans JP" panose="020B0200000000000000" pitchFamily="50" charset="-128"/>
              </a:rPr>
              <a:t>Claude</a:t>
            </a:r>
            <a:endParaRPr kumimoji="1" lang="ja-JP" altLang="en-US" sz="1400" b="1" dirty="0">
              <a:solidFill>
                <a:srgbClr val="CB7420"/>
              </a:solidFill>
              <a:latin typeface="Noto Sans JP" panose="020B0200000000000000" pitchFamily="50" charset="-128"/>
              <a:ea typeface="Noto Sans JP" panose="020B0200000000000000" pitchFamily="50" charset="-128"/>
            </a:endParaRPr>
          </a:p>
        </p:txBody>
      </p:sp>
      <p:sp>
        <p:nvSpPr>
          <p:cNvPr id="34" name="A_Web_AI_文">
            <a:extLst>
              <a:ext uri="{FF2B5EF4-FFF2-40B4-BE49-F238E27FC236}">
                <a16:creationId xmlns:a16="http://schemas.microsoft.com/office/drawing/2014/main" id="{09DD2FEA-D674-D58A-B458-D170EFD6ED08}"/>
              </a:ext>
            </a:extLst>
          </p:cNvPr>
          <p:cNvSpPr txBox="1"/>
          <p:nvPr/>
        </p:nvSpPr>
        <p:spPr>
          <a:xfrm>
            <a:off x="6096000" y="1892300"/>
            <a:ext cx="2540000" cy="369332"/>
          </a:xfrm>
          <a:prstGeom prst="rect">
            <a:avLst/>
          </a:prstGeom>
          <a:noFill/>
        </p:spPr>
        <p:txBody>
          <a:bodyPr vert="horz" wrap="square" lIns="0" tIns="0" rIns="0" bIns="0" rtlCol="0" anchor="t">
            <a:noAutofit/>
          </a:bodyPr>
          <a:lstStyle/>
          <a:p>
            <a:pPr algn="ctr"/>
            <a:r>
              <a:rPr kumimoji="1" lang="ja-JP" altLang="en-US" sz="1400" b="1" dirty="0">
                <a:solidFill>
                  <a:srgbClr val="1B2731"/>
                </a:solidFill>
                <a:latin typeface="Noto Sans JP" panose="020B0200000000000000" pitchFamily="50" charset="-128"/>
                <a:ea typeface="Noto Sans JP" panose="020B0200000000000000" pitchFamily="50" charset="-128"/>
              </a:rPr>
              <a:t>単元の提案・解説・練習問題・採点</a:t>
            </a:r>
          </a:p>
        </p:txBody>
      </p:sp>
      <p:sp>
        <p:nvSpPr>
          <p:cNvPr id="35" name="A_Web_保存">
            <a:extLst>
              <a:ext uri="{FF2B5EF4-FFF2-40B4-BE49-F238E27FC236}">
                <a16:creationId xmlns:a16="http://schemas.microsoft.com/office/drawing/2014/main" id="{7D81F97D-75F5-0BB5-EEAA-B4AF5D7D4BC3}"/>
              </a:ext>
            </a:extLst>
          </p:cNvPr>
          <p:cNvSpPr/>
          <p:nvPr/>
        </p:nvSpPr>
        <p:spPr>
          <a:xfrm>
            <a:off x="5994400" y="2590800"/>
            <a:ext cx="2743200" cy="939800"/>
          </a:xfrm>
          <a:prstGeom prst="roundRect">
            <a:avLst>
              <a:gd name="adj" fmla="val 10000"/>
            </a:avLst>
          </a:prstGeom>
          <a:solidFill>
            <a:srgbClr val="FFFFFF"/>
          </a:solidFill>
          <a:ln w="25400">
            <a:solidFill>
              <a:srgbClr val="CB74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36" name="A_Web_保存_題">
            <a:extLst>
              <a:ext uri="{FF2B5EF4-FFF2-40B4-BE49-F238E27FC236}">
                <a16:creationId xmlns:a16="http://schemas.microsoft.com/office/drawing/2014/main" id="{2B704B2C-6A98-F586-E23C-01ECA3E10F77}"/>
              </a:ext>
            </a:extLst>
          </p:cNvPr>
          <p:cNvSpPr txBox="1"/>
          <p:nvPr/>
        </p:nvSpPr>
        <p:spPr>
          <a:xfrm>
            <a:off x="6096000" y="2667000"/>
            <a:ext cx="2540000" cy="369332"/>
          </a:xfrm>
          <a:prstGeom prst="rect">
            <a:avLst/>
          </a:prstGeom>
          <a:noFill/>
        </p:spPr>
        <p:txBody>
          <a:bodyPr vert="horz" wrap="square" lIns="0" tIns="0" rIns="0" bIns="0" rtlCol="0" anchor="t">
            <a:noAutofit/>
          </a:bodyPr>
          <a:lstStyle/>
          <a:p>
            <a:pPr algn="ctr"/>
            <a:r>
              <a:rPr kumimoji="1" lang="ja-JP" altLang="en-US" sz="1400" b="1" dirty="0">
                <a:solidFill>
                  <a:srgbClr val="CB7420"/>
                </a:solidFill>
                <a:latin typeface="Noto Sans JP" panose="020B0200000000000000" pitchFamily="50" charset="-128"/>
                <a:ea typeface="Noto Sans JP" panose="020B0200000000000000" pitchFamily="50" charset="-128"/>
              </a:rPr>
              <a:t>保存：</a:t>
            </a:r>
            <a:r>
              <a:rPr kumimoji="1" lang="en-US" altLang="ja-JP" sz="1400" b="1" dirty="0">
                <a:solidFill>
                  <a:srgbClr val="CB7420"/>
                </a:solidFill>
                <a:latin typeface="Noto Sans JP" panose="020B0200000000000000" pitchFamily="50" charset="-128"/>
                <a:ea typeface="Noto Sans JP" panose="020B0200000000000000" pitchFamily="50" charset="-128"/>
              </a:rPr>
              <a:t>Claude</a:t>
            </a:r>
            <a:r>
              <a:rPr kumimoji="1" lang="ja-JP" altLang="en-US" sz="1400" b="1" dirty="0">
                <a:solidFill>
                  <a:srgbClr val="CB7420"/>
                </a:solidFill>
                <a:latin typeface="Noto Sans JP" panose="020B0200000000000000" pitchFamily="50" charset="-128"/>
                <a:ea typeface="Noto Sans JP" panose="020B0200000000000000" pitchFamily="50" charset="-128"/>
              </a:rPr>
              <a:t>のアカウント</a:t>
            </a:r>
          </a:p>
        </p:txBody>
      </p:sp>
      <p:sp>
        <p:nvSpPr>
          <p:cNvPr id="37" name="A_Web_保存_文">
            <a:extLst>
              <a:ext uri="{FF2B5EF4-FFF2-40B4-BE49-F238E27FC236}">
                <a16:creationId xmlns:a16="http://schemas.microsoft.com/office/drawing/2014/main" id="{B2E2C697-DB7B-B61E-868C-3CBD8A4972EC}"/>
              </a:ext>
            </a:extLst>
          </p:cNvPr>
          <p:cNvSpPr txBox="1"/>
          <p:nvPr/>
        </p:nvSpPr>
        <p:spPr>
          <a:xfrm>
            <a:off x="6096000" y="2933700"/>
            <a:ext cx="2540000" cy="369332"/>
          </a:xfrm>
          <a:prstGeom prst="rect">
            <a:avLst/>
          </a:prstGeom>
          <a:noFill/>
        </p:spPr>
        <p:txBody>
          <a:bodyPr vert="horz" wrap="square" lIns="0" tIns="0" rIns="0" bIns="0" rtlCol="0" anchor="t">
            <a:noAutofit/>
          </a:bodyPr>
          <a:lstStyle/>
          <a:p>
            <a:pPr algn="ctr"/>
            <a:r>
              <a:rPr kumimoji="1" lang="ja-JP" altLang="en-US" sz="1400" b="1" dirty="0">
                <a:solidFill>
                  <a:srgbClr val="1B2731"/>
                </a:solidFill>
                <a:latin typeface="Noto Sans JP" panose="020B0200000000000000" pitchFamily="50" charset="-128"/>
                <a:ea typeface="Noto Sans JP" panose="020B0200000000000000" pitchFamily="50" charset="-128"/>
              </a:rPr>
              <a:t>スマホと</a:t>
            </a:r>
            <a:r>
              <a:rPr kumimoji="1" lang="en-US" altLang="ja-JP" sz="1400" b="1" dirty="0">
                <a:solidFill>
                  <a:srgbClr val="1B2731"/>
                </a:solidFill>
                <a:latin typeface="Noto Sans JP" panose="020B0200000000000000" pitchFamily="50" charset="-128"/>
                <a:ea typeface="Noto Sans JP" panose="020B0200000000000000" pitchFamily="50" charset="-128"/>
              </a:rPr>
              <a:t>PC</a:t>
            </a:r>
            <a:r>
              <a:rPr kumimoji="1" lang="ja-JP" altLang="en-US" sz="1400" b="1" dirty="0">
                <a:solidFill>
                  <a:srgbClr val="1B2731"/>
                </a:solidFill>
                <a:latin typeface="Noto Sans JP" panose="020B0200000000000000" pitchFamily="50" charset="-128"/>
                <a:ea typeface="Noto Sans JP" panose="020B0200000000000000" pitchFamily="50" charset="-128"/>
              </a:rPr>
              <a:t>で</a:t>
            </a:r>
            <a:endParaRPr kumimoji="1" lang="en-US" altLang="ja-JP" sz="1400" b="1" dirty="0">
              <a:solidFill>
                <a:srgbClr val="1B2731"/>
              </a:solidFill>
              <a:latin typeface="Noto Sans JP" panose="020B0200000000000000" pitchFamily="50" charset="-128"/>
              <a:ea typeface="Noto Sans JP" panose="020B0200000000000000" pitchFamily="50" charset="-128"/>
            </a:endParaRPr>
          </a:p>
          <a:p>
            <a:pPr algn="ctr"/>
            <a:r>
              <a:rPr kumimoji="1" lang="ja-JP" altLang="en-US" sz="1400" b="1" dirty="0">
                <a:solidFill>
                  <a:srgbClr val="1B2731"/>
                </a:solidFill>
                <a:latin typeface="Noto Sans JP" panose="020B0200000000000000" pitchFamily="50" charset="-128"/>
                <a:ea typeface="Noto Sans JP" panose="020B0200000000000000" pitchFamily="50" charset="-128"/>
              </a:rPr>
              <a:t>同じ計画を見られる</a:t>
            </a:r>
          </a:p>
        </p:txBody>
      </p:sp>
      <p:sp>
        <p:nvSpPr>
          <p:cNvPr id="38" name="A_スマホ">
            <a:extLst>
              <a:ext uri="{FF2B5EF4-FFF2-40B4-BE49-F238E27FC236}">
                <a16:creationId xmlns:a16="http://schemas.microsoft.com/office/drawing/2014/main" id="{B7C66965-1380-A27D-47F5-F7535478DF1A}"/>
              </a:ext>
            </a:extLst>
          </p:cNvPr>
          <p:cNvSpPr/>
          <p:nvPr/>
        </p:nvSpPr>
        <p:spPr>
          <a:xfrm>
            <a:off x="5791200" y="4013200"/>
            <a:ext cx="3149600" cy="2489200"/>
          </a:xfrm>
          <a:prstGeom prst="roundRect">
            <a:avLst>
              <a:gd name="adj" fmla="val 5000"/>
            </a:avLst>
          </a:prstGeom>
          <a:noFill/>
          <a:ln w="19050" cap="flat" cmpd="sng" algn="ctr">
            <a:solidFill>
              <a:srgbClr val="2B8F6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39" name="A_スマホ_題地">
            <a:extLst>
              <a:ext uri="{FF2B5EF4-FFF2-40B4-BE49-F238E27FC236}">
                <a16:creationId xmlns:a16="http://schemas.microsoft.com/office/drawing/2014/main" id="{4CD2BC62-CACC-DAA1-0786-5562F4EB873D}"/>
              </a:ext>
            </a:extLst>
          </p:cNvPr>
          <p:cNvSpPr/>
          <p:nvPr/>
        </p:nvSpPr>
        <p:spPr>
          <a:xfrm>
            <a:off x="5943600" y="3873500"/>
            <a:ext cx="2844800" cy="279400"/>
          </a:xfrm>
          <a:prstGeom prst="roundRect">
            <a:avLst>
              <a:gd name="adj" fmla="val 4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40" name="A_スマホ_題">
            <a:extLst>
              <a:ext uri="{FF2B5EF4-FFF2-40B4-BE49-F238E27FC236}">
                <a16:creationId xmlns:a16="http://schemas.microsoft.com/office/drawing/2014/main" id="{B6062AD6-83A9-5865-D02A-77232E40A34A}"/>
              </a:ext>
            </a:extLst>
          </p:cNvPr>
          <p:cNvSpPr txBox="1"/>
          <p:nvPr/>
        </p:nvSpPr>
        <p:spPr>
          <a:xfrm>
            <a:off x="5943600" y="3836176"/>
            <a:ext cx="2844800" cy="369332"/>
          </a:xfrm>
          <a:prstGeom prst="rect">
            <a:avLst/>
          </a:prstGeom>
          <a:noFill/>
        </p:spPr>
        <p:txBody>
          <a:bodyPr vert="horz" wrap="square" lIns="0" tIns="0" rIns="0" bIns="0" rtlCol="0" anchor="ctr">
            <a:noAutofit/>
          </a:bodyPr>
          <a:lstStyle/>
          <a:p>
            <a:pPr algn="ctr"/>
            <a:r>
              <a:rPr kumimoji="1" lang="ja-JP" altLang="en-US" sz="1400" b="1" dirty="0">
                <a:solidFill>
                  <a:srgbClr val="2B8F64"/>
                </a:solidFill>
                <a:latin typeface="Noto Sans JP" panose="020B0200000000000000" pitchFamily="50" charset="-128"/>
                <a:ea typeface="Noto Sans JP" panose="020B0200000000000000" pitchFamily="50" charset="-128"/>
              </a:rPr>
              <a:t>スマホ版（</a:t>
            </a:r>
            <a:r>
              <a:rPr kumimoji="1" lang="en-US" altLang="ja-JP" sz="1400" b="1" dirty="0">
                <a:solidFill>
                  <a:srgbClr val="2B8F64"/>
                </a:solidFill>
                <a:latin typeface="Noto Sans JP" panose="020B0200000000000000" pitchFamily="50" charset="-128"/>
                <a:ea typeface="Noto Sans JP" panose="020B0200000000000000" pitchFamily="50" charset="-128"/>
              </a:rPr>
              <a:t>Expo / React Native</a:t>
            </a:r>
            <a:r>
              <a:rPr kumimoji="1" lang="ja-JP" altLang="en-US" sz="1400" b="1" dirty="0">
                <a:solidFill>
                  <a:srgbClr val="2B8F64"/>
                </a:solidFill>
                <a:latin typeface="Noto Sans JP" panose="020B0200000000000000" pitchFamily="50" charset="-128"/>
                <a:ea typeface="Noto Sans JP" panose="020B0200000000000000" pitchFamily="50" charset="-128"/>
              </a:rPr>
              <a:t>）</a:t>
            </a:r>
          </a:p>
        </p:txBody>
      </p:sp>
      <p:sp>
        <p:nvSpPr>
          <p:cNvPr id="41" name="A_スマホ_AI">
            <a:extLst>
              <a:ext uri="{FF2B5EF4-FFF2-40B4-BE49-F238E27FC236}">
                <a16:creationId xmlns:a16="http://schemas.microsoft.com/office/drawing/2014/main" id="{06446EAD-E2D8-512B-2F43-C0BD55CE7BF1}"/>
              </a:ext>
            </a:extLst>
          </p:cNvPr>
          <p:cNvSpPr/>
          <p:nvPr/>
        </p:nvSpPr>
        <p:spPr>
          <a:xfrm>
            <a:off x="5994400" y="4292600"/>
            <a:ext cx="2743200" cy="1016000"/>
          </a:xfrm>
          <a:prstGeom prst="roundRect">
            <a:avLst>
              <a:gd name="adj" fmla="val 10000"/>
            </a:avLst>
          </a:prstGeom>
          <a:solidFill>
            <a:srgbClr val="DCF0E2"/>
          </a:solidFill>
          <a:ln w="25400">
            <a:solidFill>
              <a:srgbClr val="2B8F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42" name="A_スマホ_AI_題">
            <a:extLst>
              <a:ext uri="{FF2B5EF4-FFF2-40B4-BE49-F238E27FC236}">
                <a16:creationId xmlns:a16="http://schemas.microsoft.com/office/drawing/2014/main" id="{365CCBC9-C436-F962-BFC7-F80BC99E25BB}"/>
              </a:ext>
            </a:extLst>
          </p:cNvPr>
          <p:cNvSpPr txBox="1"/>
          <p:nvPr/>
        </p:nvSpPr>
        <p:spPr>
          <a:xfrm>
            <a:off x="6096000" y="4368800"/>
            <a:ext cx="2540000" cy="369332"/>
          </a:xfrm>
          <a:prstGeom prst="rect">
            <a:avLst/>
          </a:prstGeom>
          <a:noFill/>
        </p:spPr>
        <p:txBody>
          <a:bodyPr vert="horz" wrap="square" lIns="0" tIns="0" rIns="0" bIns="0" rtlCol="0" anchor="t">
            <a:noAutofit/>
          </a:bodyPr>
          <a:lstStyle/>
          <a:p>
            <a:pPr algn="ctr"/>
            <a:r>
              <a:rPr kumimoji="1" lang="en-US" altLang="ja-JP" sz="1400" b="1">
                <a:solidFill>
                  <a:srgbClr val="2B8F64"/>
                </a:solidFill>
                <a:latin typeface="Noto Sans JP" panose="020B0200000000000000" pitchFamily="50" charset="-128"/>
                <a:ea typeface="Noto Sans JP" panose="020B0200000000000000" pitchFamily="50" charset="-128"/>
              </a:rPr>
              <a:t>AI</a:t>
            </a:r>
            <a:r>
              <a:rPr kumimoji="1" lang="ja-JP" altLang="en-US" sz="1400" b="1">
                <a:solidFill>
                  <a:srgbClr val="2B8F64"/>
                </a:solidFill>
                <a:latin typeface="Noto Sans JP" panose="020B0200000000000000" pitchFamily="50" charset="-128"/>
                <a:ea typeface="Noto Sans JP" panose="020B0200000000000000" pitchFamily="50" charset="-128"/>
              </a:rPr>
              <a:t>：端末の中の</a:t>
            </a:r>
            <a:r>
              <a:rPr kumimoji="1" lang="en-US" altLang="ja-JP" sz="1400" b="1">
                <a:solidFill>
                  <a:srgbClr val="2B8F64"/>
                </a:solidFill>
                <a:latin typeface="Noto Sans JP" panose="020B0200000000000000" pitchFamily="50" charset="-128"/>
                <a:ea typeface="Noto Sans JP" panose="020B0200000000000000" pitchFamily="50" charset="-128"/>
              </a:rPr>
              <a:t>Qwen3-VL</a:t>
            </a:r>
            <a:endParaRPr kumimoji="1" lang="ja-JP" altLang="en-US" sz="1400" b="1">
              <a:solidFill>
                <a:srgbClr val="2B8F64"/>
              </a:solidFill>
              <a:latin typeface="Noto Sans JP" panose="020B0200000000000000" pitchFamily="50" charset="-128"/>
              <a:ea typeface="Noto Sans JP" panose="020B0200000000000000" pitchFamily="50" charset="-128"/>
            </a:endParaRPr>
          </a:p>
        </p:txBody>
      </p:sp>
      <p:sp>
        <p:nvSpPr>
          <p:cNvPr id="43" name="A_スマホ_AI_文">
            <a:extLst>
              <a:ext uri="{FF2B5EF4-FFF2-40B4-BE49-F238E27FC236}">
                <a16:creationId xmlns:a16="http://schemas.microsoft.com/office/drawing/2014/main" id="{5A583B3E-4208-4F81-F6A2-AC47B18F5316}"/>
              </a:ext>
            </a:extLst>
          </p:cNvPr>
          <p:cNvSpPr txBox="1"/>
          <p:nvPr/>
        </p:nvSpPr>
        <p:spPr>
          <a:xfrm>
            <a:off x="6096000" y="4635500"/>
            <a:ext cx="2540000" cy="369332"/>
          </a:xfrm>
          <a:prstGeom prst="rect">
            <a:avLst/>
          </a:prstGeom>
          <a:noFill/>
        </p:spPr>
        <p:txBody>
          <a:bodyPr vert="horz" wrap="square" lIns="0" tIns="0" rIns="0" bIns="0" rtlCol="0" anchor="t">
            <a:noAutofit/>
          </a:bodyPr>
          <a:lstStyle/>
          <a:p>
            <a:pPr algn="ctr"/>
            <a:r>
              <a:rPr kumimoji="1" lang="en-US" altLang="ja-JP" sz="1400" b="1">
                <a:solidFill>
                  <a:srgbClr val="1B2731"/>
                </a:solidFill>
                <a:latin typeface="Noto Sans JP" panose="020B0200000000000000" pitchFamily="50" charset="-128"/>
                <a:ea typeface="Noto Sans JP" panose="020B0200000000000000" pitchFamily="50" charset="-128"/>
              </a:rPr>
              <a:t>llama.rn </a:t>
            </a:r>
            <a:r>
              <a:rPr kumimoji="1" lang="ja-JP" altLang="en-US" sz="1400" b="1">
                <a:solidFill>
                  <a:srgbClr val="1B2731"/>
                </a:solidFill>
                <a:latin typeface="Noto Sans JP" panose="020B0200000000000000" pitchFamily="50" charset="-128"/>
                <a:ea typeface="Noto Sans JP" panose="020B0200000000000000" pitchFamily="50" charset="-128"/>
              </a:rPr>
              <a:t>で実行</a:t>
            </a:r>
            <a:br>
              <a:rPr kumimoji="1" lang="ja-JP" altLang="en-US" sz="1400" b="1">
                <a:solidFill>
                  <a:srgbClr val="1B2731"/>
                </a:solidFill>
                <a:latin typeface="Noto Sans JP" panose="020B0200000000000000" pitchFamily="50" charset="-128"/>
                <a:ea typeface="Noto Sans JP" panose="020B0200000000000000" pitchFamily="50" charset="-128"/>
              </a:rPr>
            </a:br>
            <a:r>
              <a:rPr kumimoji="1" lang="ja-JP" altLang="en-US" sz="1400" b="1">
                <a:solidFill>
                  <a:srgbClr val="1B2731"/>
                </a:solidFill>
                <a:latin typeface="Noto Sans JP" panose="020B0200000000000000" pitchFamily="50" charset="-128"/>
                <a:ea typeface="Noto Sans JP" panose="020B0200000000000000" pitchFamily="50" charset="-128"/>
              </a:rPr>
              <a:t>通信・アカウント不要</a:t>
            </a:r>
          </a:p>
        </p:txBody>
      </p:sp>
      <p:sp>
        <p:nvSpPr>
          <p:cNvPr id="44" name="A_スマホ_保存">
            <a:extLst>
              <a:ext uri="{FF2B5EF4-FFF2-40B4-BE49-F238E27FC236}">
                <a16:creationId xmlns:a16="http://schemas.microsoft.com/office/drawing/2014/main" id="{FF6DC36E-1A28-AD5A-8383-EFA0EF137E03}"/>
              </a:ext>
            </a:extLst>
          </p:cNvPr>
          <p:cNvSpPr/>
          <p:nvPr/>
        </p:nvSpPr>
        <p:spPr>
          <a:xfrm>
            <a:off x="5994400" y="5461000"/>
            <a:ext cx="2743200" cy="889000"/>
          </a:xfrm>
          <a:prstGeom prst="roundRect">
            <a:avLst>
              <a:gd name="adj" fmla="val 10000"/>
            </a:avLst>
          </a:prstGeom>
          <a:solidFill>
            <a:srgbClr val="FFFFFF"/>
          </a:solidFill>
          <a:ln w="25400">
            <a:solidFill>
              <a:srgbClr val="2B8F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sp>
        <p:nvSpPr>
          <p:cNvPr id="45" name="A_スマホ_保存_題">
            <a:extLst>
              <a:ext uri="{FF2B5EF4-FFF2-40B4-BE49-F238E27FC236}">
                <a16:creationId xmlns:a16="http://schemas.microsoft.com/office/drawing/2014/main" id="{EAB14A31-9BBA-EDFF-F318-98F1C3D27F28}"/>
              </a:ext>
            </a:extLst>
          </p:cNvPr>
          <p:cNvSpPr txBox="1"/>
          <p:nvPr/>
        </p:nvSpPr>
        <p:spPr>
          <a:xfrm>
            <a:off x="6096000" y="5537200"/>
            <a:ext cx="2540000" cy="369332"/>
          </a:xfrm>
          <a:prstGeom prst="rect">
            <a:avLst/>
          </a:prstGeom>
          <a:noFill/>
        </p:spPr>
        <p:txBody>
          <a:bodyPr vert="horz" wrap="square" lIns="0" tIns="0" rIns="0" bIns="0" rtlCol="0" anchor="t">
            <a:noAutofit/>
          </a:bodyPr>
          <a:lstStyle/>
          <a:p>
            <a:pPr algn="ctr"/>
            <a:r>
              <a:rPr kumimoji="1" lang="ja-JP" altLang="en-US" sz="1400" b="1">
                <a:solidFill>
                  <a:srgbClr val="2B8F64"/>
                </a:solidFill>
                <a:latin typeface="Noto Sans JP" panose="020B0200000000000000" pitchFamily="50" charset="-128"/>
                <a:ea typeface="Noto Sans JP" panose="020B0200000000000000" pitchFamily="50" charset="-128"/>
              </a:rPr>
              <a:t>保存：端末の中</a:t>
            </a:r>
          </a:p>
        </p:txBody>
      </p:sp>
      <p:sp>
        <p:nvSpPr>
          <p:cNvPr id="46" name="A_スマホ_保存_文">
            <a:extLst>
              <a:ext uri="{FF2B5EF4-FFF2-40B4-BE49-F238E27FC236}">
                <a16:creationId xmlns:a16="http://schemas.microsoft.com/office/drawing/2014/main" id="{90EED83C-0FF0-7B37-021A-DD86F25B6D98}"/>
              </a:ext>
            </a:extLst>
          </p:cNvPr>
          <p:cNvSpPr txBox="1"/>
          <p:nvPr/>
        </p:nvSpPr>
        <p:spPr>
          <a:xfrm>
            <a:off x="6096000" y="5803900"/>
            <a:ext cx="2540000" cy="369332"/>
          </a:xfrm>
          <a:prstGeom prst="rect">
            <a:avLst/>
          </a:prstGeom>
          <a:noFill/>
        </p:spPr>
        <p:txBody>
          <a:bodyPr vert="horz" wrap="square" lIns="0" tIns="0" rIns="0" bIns="0" rtlCol="0" anchor="t">
            <a:noAutofit/>
          </a:bodyPr>
          <a:lstStyle/>
          <a:p>
            <a:pPr algn="ctr"/>
            <a:r>
              <a:rPr kumimoji="1" lang="ja-JP" altLang="en-US" sz="1400" b="1">
                <a:solidFill>
                  <a:srgbClr val="1B2731"/>
                </a:solidFill>
                <a:latin typeface="Noto Sans JP" panose="020B0200000000000000" pitchFamily="50" charset="-128"/>
                <a:ea typeface="Noto Sans JP" panose="020B0200000000000000" pitchFamily="50" charset="-128"/>
              </a:rPr>
              <a:t>モデルは初回だけダウンロード</a:t>
            </a:r>
          </a:p>
        </p:txBody>
      </p:sp>
      <p:cxnSp>
        <p:nvCxnSpPr>
          <p:cNvPr id="47" name="A_矢印_Web">
            <a:extLst>
              <a:ext uri="{FF2B5EF4-FFF2-40B4-BE49-F238E27FC236}">
                <a16:creationId xmlns:a16="http://schemas.microsoft.com/office/drawing/2014/main" id="{E88772DD-8AED-29DB-50B7-50976432DE30}"/>
              </a:ext>
            </a:extLst>
          </p:cNvPr>
          <p:cNvCxnSpPr/>
          <p:nvPr/>
        </p:nvCxnSpPr>
        <p:spPr>
          <a:xfrm flipV="1">
            <a:off x="5384800" y="2032000"/>
            <a:ext cx="584200" cy="457200"/>
          </a:xfrm>
          <a:prstGeom prst="line">
            <a:avLst/>
          </a:prstGeom>
          <a:ln w="25400">
            <a:solidFill>
              <a:srgbClr val="CB742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8" name="A_矢印_スマホ">
            <a:extLst>
              <a:ext uri="{FF2B5EF4-FFF2-40B4-BE49-F238E27FC236}">
                <a16:creationId xmlns:a16="http://schemas.microsoft.com/office/drawing/2014/main" id="{E5A6B637-2FAD-6D87-CD68-FBF526E13ED7}"/>
              </a:ext>
            </a:extLst>
          </p:cNvPr>
          <p:cNvCxnSpPr/>
          <p:nvPr/>
        </p:nvCxnSpPr>
        <p:spPr>
          <a:xfrm flipV="1">
            <a:off x="5384800" y="4775200"/>
            <a:ext cx="584200" cy="304800"/>
          </a:xfrm>
          <a:prstGeom prst="line">
            <a:avLst/>
          </a:prstGeom>
          <a:ln w="25400">
            <a:solidFill>
              <a:srgbClr val="2B8F6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9" name="A_矢印_Web_字">
            <a:extLst>
              <a:ext uri="{FF2B5EF4-FFF2-40B4-BE49-F238E27FC236}">
                <a16:creationId xmlns:a16="http://schemas.microsoft.com/office/drawing/2014/main" id="{4F7DA333-15F0-A42F-A42A-35B62513587B}"/>
              </a:ext>
            </a:extLst>
          </p:cNvPr>
          <p:cNvSpPr txBox="1"/>
          <p:nvPr/>
        </p:nvSpPr>
        <p:spPr>
          <a:xfrm>
            <a:off x="5384800" y="2717800"/>
            <a:ext cx="431800" cy="381000"/>
          </a:xfrm>
          <a:prstGeom prst="rect">
            <a:avLst/>
          </a:prstGeom>
          <a:noFill/>
        </p:spPr>
        <p:txBody>
          <a:bodyPr vert="horz" wrap="square" lIns="0" tIns="0" rIns="0" bIns="0" rtlCol="0" anchor="ctr">
            <a:noAutofit/>
          </a:bodyPr>
          <a:lstStyle/>
          <a:p>
            <a:pPr algn="ctr"/>
            <a:r>
              <a:rPr kumimoji="1" lang="en-US" altLang="ja-JP" sz="1400" b="1" dirty="0">
                <a:solidFill>
                  <a:srgbClr val="CB7420"/>
                </a:solidFill>
                <a:latin typeface="Noto Sans JP" panose="020B0200000000000000" pitchFamily="50" charset="-128"/>
                <a:ea typeface="Noto Sans JP" panose="020B0200000000000000" pitchFamily="50" charset="-128"/>
              </a:rPr>
              <a:t>AI</a:t>
            </a:r>
            <a:br>
              <a:rPr kumimoji="1" lang="en-US" altLang="ja-JP" sz="1400" b="1" dirty="0">
                <a:solidFill>
                  <a:srgbClr val="CB7420"/>
                </a:solidFill>
                <a:latin typeface="Noto Sans JP" panose="020B0200000000000000" pitchFamily="50" charset="-128"/>
                <a:ea typeface="Noto Sans JP" panose="020B0200000000000000" pitchFamily="50" charset="-128"/>
              </a:rPr>
            </a:br>
            <a:r>
              <a:rPr kumimoji="1" lang="ja-JP" altLang="en-US" sz="1400" b="1" dirty="0">
                <a:solidFill>
                  <a:srgbClr val="CB7420"/>
                </a:solidFill>
                <a:latin typeface="Noto Sans JP" panose="020B0200000000000000" pitchFamily="50" charset="-128"/>
                <a:ea typeface="Noto Sans JP" panose="020B0200000000000000" pitchFamily="50" charset="-128"/>
              </a:rPr>
              <a:t>依頼</a:t>
            </a:r>
          </a:p>
        </p:txBody>
      </p:sp>
      <p:sp>
        <p:nvSpPr>
          <p:cNvPr id="50" name="A_矢印_スマホ_字">
            <a:extLst>
              <a:ext uri="{FF2B5EF4-FFF2-40B4-BE49-F238E27FC236}">
                <a16:creationId xmlns:a16="http://schemas.microsoft.com/office/drawing/2014/main" id="{65AF39A3-A71E-4F43-52D4-22545251676B}"/>
              </a:ext>
            </a:extLst>
          </p:cNvPr>
          <p:cNvSpPr txBox="1"/>
          <p:nvPr/>
        </p:nvSpPr>
        <p:spPr>
          <a:xfrm>
            <a:off x="5384800" y="5207000"/>
            <a:ext cx="431800" cy="381000"/>
          </a:xfrm>
          <a:prstGeom prst="rect">
            <a:avLst/>
          </a:prstGeom>
          <a:noFill/>
        </p:spPr>
        <p:txBody>
          <a:bodyPr vert="horz" wrap="square" lIns="0" tIns="0" rIns="0" bIns="0" rtlCol="0" anchor="ctr">
            <a:noAutofit/>
          </a:bodyPr>
          <a:lstStyle/>
          <a:p>
            <a:pPr algn="ctr"/>
            <a:r>
              <a:rPr kumimoji="1" lang="ja-JP" altLang="en-US" sz="1400" b="1" dirty="0">
                <a:solidFill>
                  <a:srgbClr val="2B8F64"/>
                </a:solidFill>
                <a:latin typeface="Noto Sans JP" panose="020B0200000000000000" pitchFamily="50" charset="-128"/>
                <a:ea typeface="Noto Sans JP" panose="020B0200000000000000" pitchFamily="50" charset="-128"/>
              </a:rPr>
              <a:t>橋</a:t>
            </a:r>
            <a:br>
              <a:rPr kumimoji="1" lang="ja-JP" altLang="en-US" sz="1400" b="1" dirty="0">
                <a:solidFill>
                  <a:srgbClr val="2B8F64"/>
                </a:solidFill>
                <a:latin typeface="Noto Sans JP" panose="020B0200000000000000" pitchFamily="50" charset="-128"/>
                <a:ea typeface="Noto Sans JP" panose="020B0200000000000000" pitchFamily="50" charset="-128"/>
              </a:rPr>
            </a:br>
            <a:r>
              <a:rPr kumimoji="1" lang="ja-JP" altLang="en-US" sz="1400" b="1" dirty="0">
                <a:solidFill>
                  <a:srgbClr val="2B8F64"/>
                </a:solidFill>
                <a:latin typeface="Noto Sans JP" panose="020B0200000000000000" pitchFamily="50" charset="-128"/>
                <a:ea typeface="Noto Sans JP" panose="020B0200000000000000" pitchFamily="50" charset="-128"/>
              </a:rPr>
              <a:t>渡し</a:t>
            </a:r>
          </a:p>
        </p:txBody>
      </p:sp>
      <p:pic>
        <p:nvPicPr>
          <p:cNvPr id="52" name="LOGO_帯">
            <a:extLst>
              <a:ext uri="{FF2B5EF4-FFF2-40B4-BE49-F238E27FC236}">
                <a16:creationId xmlns:a16="http://schemas.microsoft.com/office/drawing/2014/main" id="{4631A8DF-A94F-7638-D82E-97808CFC269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4048973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5F6"/>
        </a:solidFill>
        <a:effectLst/>
      </p:bgPr>
    </p:bg>
    <p:spTree>
      <p:nvGrpSpPr>
        <p:cNvPr id="1" name=""/>
        <p:cNvGrpSpPr/>
        <p:nvPr/>
      </p:nvGrpSpPr>
      <p:grpSpPr>
        <a:xfrm>
          <a:off x="0" y="0"/>
          <a:ext cx="0" cy="0"/>
          <a:chOff x="0" y="0"/>
          <a:chExt cx="0" cy="0"/>
        </a:xfrm>
      </p:grpSpPr>
      <p:sp>
        <p:nvSpPr>
          <p:cNvPr id="9" name="フリーフォーム: 図形 8">
            <a:extLst>
              <a:ext uri="{FF2B5EF4-FFF2-40B4-BE49-F238E27FC236}">
                <a16:creationId xmlns:a16="http://schemas.microsoft.com/office/drawing/2014/main" id="{02BB2F89-5AA8-AC9C-51BD-5781671B1EB7}"/>
              </a:ext>
            </a:extLst>
          </p:cNvPr>
          <p:cNvSpPr/>
          <p:nvPr/>
        </p:nvSpPr>
        <p:spPr>
          <a:xfrm>
            <a:off x="0" y="0"/>
            <a:ext cx="9144000" cy="6858000"/>
          </a:xfrm>
          <a:custGeom>
            <a:avLst/>
            <a:gdLst>
              <a:gd name="connsiteX0" fmla="*/ 254189 w 12192000"/>
              <a:gd name="connsiteY0" fmla="*/ 1080000 h 6858000"/>
              <a:gd name="connsiteX1" fmla="*/ 179400 w 12192000"/>
              <a:gd name="connsiteY1" fmla="*/ 1154789 h 6858000"/>
              <a:gd name="connsiteX2" fmla="*/ 179400 w 12192000"/>
              <a:gd name="connsiteY2" fmla="*/ 6603211 h 6858000"/>
              <a:gd name="connsiteX3" fmla="*/ 254189 w 12192000"/>
              <a:gd name="connsiteY3" fmla="*/ 6678000 h 6858000"/>
              <a:gd name="connsiteX4" fmla="*/ 11937811 w 12192000"/>
              <a:gd name="connsiteY4" fmla="*/ 6678000 h 6858000"/>
              <a:gd name="connsiteX5" fmla="*/ 12012600 w 12192000"/>
              <a:gd name="connsiteY5" fmla="*/ 6603211 h 6858000"/>
              <a:gd name="connsiteX6" fmla="*/ 12012600 w 12192000"/>
              <a:gd name="connsiteY6" fmla="*/ 1154789 h 6858000"/>
              <a:gd name="connsiteX7" fmla="*/ 11937811 w 12192000"/>
              <a:gd name="connsiteY7" fmla="*/ 1080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54189" y="1080000"/>
                </a:moveTo>
                <a:cubicBezTo>
                  <a:pt x="212884" y="1080000"/>
                  <a:pt x="179400" y="1113484"/>
                  <a:pt x="179400" y="1154789"/>
                </a:cubicBezTo>
                <a:lnTo>
                  <a:pt x="179400" y="6603211"/>
                </a:lnTo>
                <a:cubicBezTo>
                  <a:pt x="179400" y="6644516"/>
                  <a:pt x="212884" y="6678000"/>
                  <a:pt x="254189" y="6678000"/>
                </a:cubicBezTo>
                <a:lnTo>
                  <a:pt x="11937811" y="6678000"/>
                </a:lnTo>
                <a:cubicBezTo>
                  <a:pt x="11979116" y="6678000"/>
                  <a:pt x="12012600" y="6644516"/>
                  <a:pt x="12012600" y="6603211"/>
                </a:cubicBezTo>
                <a:lnTo>
                  <a:pt x="12012600" y="1154789"/>
                </a:lnTo>
                <a:cubicBezTo>
                  <a:pt x="12012600" y="1113484"/>
                  <a:pt x="11979116" y="1080000"/>
                  <a:pt x="11937811" y="1080000"/>
                </a:cubicBezTo>
                <a:close/>
                <a:moveTo>
                  <a:pt x="0" y="0"/>
                </a:moveTo>
                <a:lnTo>
                  <a:pt x="12192000" y="0"/>
                </a:lnTo>
                <a:lnTo>
                  <a:pt x="12192000" y="6858000"/>
                </a:lnTo>
                <a:lnTo>
                  <a:pt x="0" y="6858000"/>
                </a:lnTo>
                <a:close/>
              </a:path>
            </a:pathLst>
          </a:custGeom>
          <a:solidFill>
            <a:srgbClr val="E3EA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ja-JP" altLang="en-US" sz="1350"/>
          </a:p>
        </p:txBody>
      </p:sp>
      <p:sp>
        <p:nvSpPr>
          <p:cNvPr id="8" name="正方形/長方形 7">
            <a:extLst>
              <a:ext uri="{FF2B5EF4-FFF2-40B4-BE49-F238E27FC236}">
                <a16:creationId xmlns:a16="http://schemas.microsoft.com/office/drawing/2014/main" id="{820E5497-38B2-B0EC-FB27-5BD4FEEADDF4}"/>
              </a:ext>
            </a:extLst>
          </p:cNvPr>
          <p:cNvSpPr/>
          <p:nvPr/>
        </p:nvSpPr>
        <p:spPr>
          <a:xfrm>
            <a:off x="0" y="0"/>
            <a:ext cx="9144000" cy="900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6" name="帯の模様">
            <a:extLst>
              <a:ext uri="{FF2B5EF4-FFF2-40B4-BE49-F238E27FC236}">
                <a16:creationId xmlns:a16="http://schemas.microsoft.com/office/drawing/2014/main" id="{DB0B0789-2031-7E3C-190A-D7D1BD9FF141}"/>
              </a:ext>
            </a:extLst>
          </p:cNvPr>
          <p:cNvPicPr>
            <a:picLocks/>
          </p:cNvPicPr>
          <p:nvPr/>
        </p:nvPicPr>
        <p:blipFill>
          <a:blip r:embed="rId3">
            <a:extLst>
              <a:ext uri="{28A0092B-C50C-407E-A947-70E740481C1C}">
                <a14:useLocalDpi xmlns:a14="http://schemas.microsoft.com/office/drawing/2010/main" val="0"/>
              </a:ext>
            </a:extLst>
          </a:blip>
          <a:srcRect r="25000"/>
          <a:stretch>
            <a:fillRect/>
          </a:stretch>
        </p:blipFill>
        <p:spPr>
          <a:xfrm>
            <a:off x="0" y="0"/>
            <a:ext cx="9144000" cy="900000"/>
          </a:xfrm>
          <a:prstGeom prst="rect">
            <a:avLst/>
          </a:prstGeom>
        </p:spPr>
      </p:pic>
      <p:sp>
        <p:nvSpPr>
          <p:cNvPr id="3" name="テキスト ボックス 2">
            <a:extLst>
              <a:ext uri="{FF2B5EF4-FFF2-40B4-BE49-F238E27FC236}">
                <a16:creationId xmlns:a16="http://schemas.microsoft.com/office/drawing/2014/main" id="{96B698C1-C8A3-2FA5-04A1-6987780A58D2}"/>
              </a:ext>
            </a:extLst>
          </p:cNvPr>
          <p:cNvSpPr txBox="1"/>
          <p:nvPr/>
        </p:nvSpPr>
        <p:spPr>
          <a:xfrm>
            <a:off x="6125337" y="116079"/>
            <a:ext cx="1037463" cy="646331"/>
          </a:xfrm>
          <a:prstGeom prst="rect">
            <a:avLst/>
          </a:prstGeom>
          <a:noFill/>
        </p:spPr>
        <p:txBody>
          <a:bodyPr wrap="none" rtlCol="0">
            <a:spAutoFit/>
          </a:bodyPr>
          <a:lstStyle/>
          <a:p>
            <a:r>
              <a:rPr lang="en-US" altLang="ja-JP" sz="3600" b="1" dirty="0">
                <a:solidFill>
                  <a:schemeClr val="bg1"/>
                </a:solidFill>
                <a:latin typeface="Noto Sans JP" panose="020B0200000000000000" pitchFamily="50" charset="-128"/>
                <a:ea typeface="Noto Sans JP" panose="020B0200000000000000" pitchFamily="50" charset="-128"/>
              </a:rPr>
              <a:t>P11</a:t>
            </a:r>
            <a:endParaRPr lang="ja-JP" altLang="en-US" sz="3600" b="1" dirty="0">
              <a:solidFill>
                <a:schemeClr val="bg1"/>
              </a:solidFill>
              <a:latin typeface="Noto Sans JP" panose="020B0200000000000000" pitchFamily="50" charset="-128"/>
              <a:ea typeface="Noto Sans JP" panose="020B0200000000000000" pitchFamily="50" charset="-128"/>
            </a:endParaRPr>
          </a:p>
        </p:txBody>
      </p:sp>
      <p:sp>
        <p:nvSpPr>
          <p:cNvPr id="4" name="テキスト ボックス 3">
            <a:extLst>
              <a:ext uri="{FF2B5EF4-FFF2-40B4-BE49-F238E27FC236}">
                <a16:creationId xmlns:a16="http://schemas.microsoft.com/office/drawing/2014/main" id="{526CB65A-1042-2F60-BC77-46734EC0B7AD}"/>
              </a:ext>
            </a:extLst>
          </p:cNvPr>
          <p:cNvSpPr txBox="1"/>
          <p:nvPr/>
        </p:nvSpPr>
        <p:spPr>
          <a:xfrm>
            <a:off x="254000" y="116079"/>
            <a:ext cx="4339650" cy="646331"/>
          </a:xfrm>
          <a:prstGeom prst="rect">
            <a:avLst/>
          </a:prstGeom>
          <a:noFill/>
          <a:extLst>
            <a:ext uri="{909E8E84-426E-40DD-AFC4-6F175D3DCCD1}">
              <a14:hiddenFill xmlns:a14="http://schemas.microsoft.com/office/drawing/2010/main">
                <a:solidFill>
                  <a:srgbClr val="435C95"/>
                </a:solidFill>
              </a14:hiddenFill>
            </a:ext>
          </a:extLst>
        </p:spPr>
        <p:txBody>
          <a:bodyPr wrap="none" rtlCol="0">
            <a:spAutoFit/>
          </a:bodyPr>
          <a:lstStyle/>
          <a:p>
            <a:r>
              <a:rPr lang="ja-JP" altLang="en-US" sz="3600" b="1" dirty="0">
                <a:solidFill>
                  <a:schemeClr val="bg1"/>
                </a:solidFill>
                <a:latin typeface="Noto Sans JP" panose="020B0200000000000000" pitchFamily="50" charset="-128"/>
                <a:ea typeface="Noto Sans JP" panose="020B0200000000000000" pitchFamily="50" charset="-128"/>
              </a:rPr>
              <a:t>まとめ・今後の展望</a:t>
            </a:r>
          </a:p>
        </p:txBody>
      </p:sp>
      <p:sp>
        <p:nvSpPr>
          <p:cNvPr id="2" name="M_まとめ_印">
            <a:extLst>
              <a:ext uri="{FF2B5EF4-FFF2-40B4-BE49-F238E27FC236}">
                <a16:creationId xmlns:a16="http://schemas.microsoft.com/office/drawing/2014/main" id="{0D33E361-AF84-A288-77F9-FD1A8EFB5D82}"/>
              </a:ext>
            </a:extLst>
          </p:cNvPr>
          <p:cNvSpPr/>
          <p:nvPr/>
        </p:nvSpPr>
        <p:spPr>
          <a:xfrm>
            <a:off x="228600" y="1143000"/>
            <a:ext cx="76200" cy="254000"/>
          </a:xfrm>
          <a:prstGeom prst="rect">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M_まとめ">
            <a:extLst>
              <a:ext uri="{FF2B5EF4-FFF2-40B4-BE49-F238E27FC236}">
                <a16:creationId xmlns:a16="http://schemas.microsoft.com/office/drawing/2014/main" id="{6ABD9D60-9275-7EAC-0C49-A7DE32A8C5F9}"/>
              </a:ext>
            </a:extLst>
          </p:cNvPr>
          <p:cNvSpPr txBox="1"/>
          <p:nvPr/>
        </p:nvSpPr>
        <p:spPr>
          <a:xfrm>
            <a:off x="406400" y="1092200"/>
            <a:ext cx="3810000" cy="369332"/>
          </a:xfrm>
          <a:prstGeom prst="rect">
            <a:avLst/>
          </a:prstGeom>
          <a:noFill/>
        </p:spPr>
        <p:txBody>
          <a:bodyPr vert="horz" wrap="square" lIns="0" tIns="0" rIns="0" bIns="0" rtlCol="0" anchor="ctr">
            <a:noAutofit/>
          </a:bodyPr>
          <a:lstStyle/>
          <a:p>
            <a:r>
              <a:rPr kumimoji="1" lang="ja-JP" altLang="en-US" b="1" dirty="0">
                <a:solidFill>
                  <a:srgbClr val="1B2731"/>
                </a:solidFill>
                <a:latin typeface="Noto Sans JP" panose="020B0200000000000000" pitchFamily="50" charset="-128"/>
                <a:ea typeface="Noto Sans JP" panose="020B0200000000000000" pitchFamily="50" charset="-128"/>
              </a:rPr>
              <a:t>まとめ</a:t>
            </a:r>
          </a:p>
        </p:txBody>
      </p:sp>
      <p:sp>
        <p:nvSpPr>
          <p:cNvPr id="7" name="M_カード1">
            <a:extLst>
              <a:ext uri="{FF2B5EF4-FFF2-40B4-BE49-F238E27FC236}">
                <a16:creationId xmlns:a16="http://schemas.microsoft.com/office/drawing/2014/main" id="{B6BD2876-D1AB-C4EF-418E-E0E5F208F875}"/>
              </a:ext>
            </a:extLst>
          </p:cNvPr>
          <p:cNvSpPr/>
          <p:nvPr/>
        </p:nvSpPr>
        <p:spPr>
          <a:xfrm>
            <a:off x="228600" y="1524000"/>
            <a:ext cx="2667000" cy="1625600"/>
          </a:xfrm>
          <a:prstGeom prst="roundRect">
            <a:avLst>
              <a:gd name="adj" fmla="val 8000"/>
            </a:avLst>
          </a:prstGeom>
          <a:solidFill>
            <a:srgbClr val="FBE3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M_ラベル1">
            <a:extLst>
              <a:ext uri="{FF2B5EF4-FFF2-40B4-BE49-F238E27FC236}">
                <a16:creationId xmlns:a16="http://schemas.microsoft.com/office/drawing/2014/main" id="{8D065437-664C-41D2-1BD3-1F2AADA86F73}"/>
              </a:ext>
            </a:extLst>
          </p:cNvPr>
          <p:cNvSpPr/>
          <p:nvPr/>
        </p:nvSpPr>
        <p:spPr>
          <a:xfrm>
            <a:off x="362337" y="1613676"/>
            <a:ext cx="1243563" cy="369332"/>
          </a:xfrm>
          <a:prstGeom prst="roundRect">
            <a:avLst>
              <a:gd name="adj" fmla="val 30000"/>
            </a:avLst>
          </a:prstGeom>
          <a:solidFill>
            <a:srgbClr val="D02F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600" b="1" dirty="0">
                <a:solidFill>
                  <a:srgbClr val="FFFFFF"/>
                </a:solidFill>
                <a:latin typeface="Noto Sans JP" panose="020B0200000000000000" pitchFamily="50" charset="-128"/>
                <a:ea typeface="Noto Sans JP" panose="020B0200000000000000" pitchFamily="50" charset="-128"/>
              </a:rPr>
              <a:t>課題</a:t>
            </a:r>
          </a:p>
        </p:txBody>
      </p:sp>
      <p:sp>
        <p:nvSpPr>
          <p:cNvPr id="11" name="M_要点1">
            <a:extLst>
              <a:ext uri="{FF2B5EF4-FFF2-40B4-BE49-F238E27FC236}">
                <a16:creationId xmlns:a16="http://schemas.microsoft.com/office/drawing/2014/main" id="{8E6E54E5-B7CB-10F2-0644-ABF8C2E2065C}"/>
              </a:ext>
            </a:extLst>
          </p:cNvPr>
          <p:cNvSpPr txBox="1"/>
          <p:nvPr/>
        </p:nvSpPr>
        <p:spPr>
          <a:xfrm>
            <a:off x="381000" y="2059993"/>
            <a:ext cx="2362200" cy="369332"/>
          </a:xfrm>
          <a:prstGeom prst="rect">
            <a:avLst/>
          </a:prstGeom>
          <a:noFill/>
        </p:spPr>
        <p:txBody>
          <a:bodyPr vert="horz" wrap="square" lIns="0" tIns="0" rIns="0" bIns="0" rtlCol="0" anchor="t">
            <a:noAutofit/>
          </a:bodyPr>
          <a:lstStyle/>
          <a:p>
            <a:r>
              <a:rPr kumimoji="1" lang="ja-JP" altLang="en-US" b="1" dirty="0">
                <a:solidFill>
                  <a:srgbClr val="D02F2B"/>
                </a:solidFill>
                <a:latin typeface="Noto Sans JP" panose="020B0200000000000000" pitchFamily="50" charset="-128"/>
                <a:ea typeface="Noto Sans JP" panose="020B0200000000000000" pitchFamily="50" charset="-128"/>
              </a:rPr>
              <a:t>計画を</a:t>
            </a:r>
            <a:endParaRPr kumimoji="1" lang="en-US" altLang="ja-JP" b="1" dirty="0">
              <a:solidFill>
                <a:srgbClr val="D02F2B"/>
              </a:solidFill>
              <a:latin typeface="Noto Sans JP" panose="020B0200000000000000" pitchFamily="50" charset="-128"/>
              <a:ea typeface="Noto Sans JP" panose="020B0200000000000000" pitchFamily="50" charset="-128"/>
            </a:endParaRPr>
          </a:p>
          <a:p>
            <a:r>
              <a:rPr kumimoji="1" lang="ja-JP" altLang="en-US" b="1" dirty="0">
                <a:solidFill>
                  <a:srgbClr val="D02F2B"/>
                </a:solidFill>
                <a:latin typeface="Noto Sans JP" panose="020B0200000000000000" pitchFamily="50" charset="-128"/>
                <a:ea typeface="Noto Sans JP" panose="020B0200000000000000" pitchFamily="50" charset="-128"/>
              </a:rPr>
              <a:t>立てても続かない</a:t>
            </a:r>
          </a:p>
        </p:txBody>
      </p:sp>
      <p:sp>
        <p:nvSpPr>
          <p:cNvPr id="12" name="M_補足1">
            <a:extLst>
              <a:ext uri="{FF2B5EF4-FFF2-40B4-BE49-F238E27FC236}">
                <a16:creationId xmlns:a16="http://schemas.microsoft.com/office/drawing/2014/main" id="{D1ACD0A1-8A29-1177-15A2-98DCF88CD01B}"/>
              </a:ext>
            </a:extLst>
          </p:cNvPr>
          <p:cNvSpPr txBox="1"/>
          <p:nvPr/>
        </p:nvSpPr>
        <p:spPr>
          <a:xfrm>
            <a:off x="381000" y="2674775"/>
            <a:ext cx="2362200" cy="369332"/>
          </a:xfrm>
          <a:prstGeom prst="rect">
            <a:avLst/>
          </a:prstGeom>
          <a:noFill/>
        </p:spPr>
        <p:txBody>
          <a:bodyPr vert="horz" wrap="square" lIns="0" tIns="0" rIns="0" bIns="0" rtlCol="0" anchor="t">
            <a:noAutofit/>
          </a:bodyPr>
          <a:lstStyle/>
          <a:p>
            <a:r>
              <a:rPr kumimoji="1" lang="ja-JP" altLang="en-US" sz="1400" b="1" dirty="0">
                <a:solidFill>
                  <a:srgbClr val="1B2731"/>
                </a:solidFill>
                <a:latin typeface="Noto Sans JP" panose="020B0200000000000000" pitchFamily="50" charset="-128"/>
                <a:ea typeface="Noto Sans JP" panose="020B0200000000000000" pitchFamily="50" charset="-128"/>
              </a:rPr>
              <a:t>苦手が後回しになり、試験の直前に詰め込んでしまう</a:t>
            </a:r>
          </a:p>
        </p:txBody>
      </p:sp>
      <p:sp>
        <p:nvSpPr>
          <p:cNvPr id="13" name="M_矢印1">
            <a:extLst>
              <a:ext uri="{FF2B5EF4-FFF2-40B4-BE49-F238E27FC236}">
                <a16:creationId xmlns:a16="http://schemas.microsoft.com/office/drawing/2014/main" id="{0500D974-E96F-78A4-7598-F0964BC0AB7C}"/>
              </a:ext>
            </a:extLst>
          </p:cNvPr>
          <p:cNvSpPr/>
          <p:nvPr/>
        </p:nvSpPr>
        <p:spPr>
          <a:xfrm>
            <a:off x="2933700" y="2184400"/>
            <a:ext cx="279400" cy="304800"/>
          </a:xfrm>
          <a:prstGeom prst="rightArrow">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M_カード2">
            <a:extLst>
              <a:ext uri="{FF2B5EF4-FFF2-40B4-BE49-F238E27FC236}">
                <a16:creationId xmlns:a16="http://schemas.microsoft.com/office/drawing/2014/main" id="{F98DD207-E711-7813-247C-2F810BD0270E}"/>
              </a:ext>
            </a:extLst>
          </p:cNvPr>
          <p:cNvSpPr/>
          <p:nvPr/>
        </p:nvSpPr>
        <p:spPr>
          <a:xfrm>
            <a:off x="3251200" y="1524000"/>
            <a:ext cx="2667000" cy="1625600"/>
          </a:xfrm>
          <a:prstGeom prst="roundRect">
            <a:avLst>
              <a:gd name="adj" fmla="val 8000"/>
            </a:avLst>
          </a:prstGeom>
          <a:solidFill>
            <a:srgbClr val="E3EA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M_ラベル2">
            <a:extLst>
              <a:ext uri="{FF2B5EF4-FFF2-40B4-BE49-F238E27FC236}">
                <a16:creationId xmlns:a16="http://schemas.microsoft.com/office/drawing/2014/main" id="{F00154C3-FCFF-6EE1-59FF-05A82A14B4D0}"/>
              </a:ext>
            </a:extLst>
          </p:cNvPr>
          <p:cNvSpPr/>
          <p:nvPr/>
        </p:nvSpPr>
        <p:spPr>
          <a:xfrm>
            <a:off x="3384937" y="1613676"/>
            <a:ext cx="1243563" cy="369332"/>
          </a:xfrm>
          <a:prstGeom prst="roundRect">
            <a:avLst>
              <a:gd name="adj" fmla="val 30000"/>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600" b="1">
                <a:solidFill>
                  <a:srgbClr val="FFFFFF"/>
                </a:solidFill>
                <a:latin typeface="Noto Sans JP" panose="020B0200000000000000" pitchFamily="50" charset="-128"/>
                <a:ea typeface="Noto Sans JP" panose="020B0200000000000000" pitchFamily="50" charset="-128"/>
              </a:rPr>
              <a:t>解決</a:t>
            </a:r>
          </a:p>
        </p:txBody>
      </p:sp>
      <p:sp>
        <p:nvSpPr>
          <p:cNvPr id="16" name="M_要点2">
            <a:extLst>
              <a:ext uri="{FF2B5EF4-FFF2-40B4-BE49-F238E27FC236}">
                <a16:creationId xmlns:a16="http://schemas.microsoft.com/office/drawing/2014/main" id="{D9CBA5D4-5F59-5410-D4B8-723D4023C95A}"/>
              </a:ext>
            </a:extLst>
          </p:cNvPr>
          <p:cNvSpPr txBox="1"/>
          <p:nvPr/>
        </p:nvSpPr>
        <p:spPr>
          <a:xfrm>
            <a:off x="3403600" y="2059993"/>
            <a:ext cx="2362200" cy="369332"/>
          </a:xfrm>
          <a:prstGeom prst="rect">
            <a:avLst/>
          </a:prstGeom>
          <a:noFill/>
        </p:spPr>
        <p:txBody>
          <a:bodyPr vert="horz" wrap="square" lIns="0" tIns="0" rIns="0" bIns="0" rtlCol="0" anchor="t">
            <a:noAutofit/>
          </a:bodyPr>
          <a:lstStyle/>
          <a:p>
            <a:r>
              <a:rPr kumimoji="1" lang="ja-JP" altLang="en-US" b="1" dirty="0">
                <a:solidFill>
                  <a:srgbClr val="2350B5"/>
                </a:solidFill>
                <a:latin typeface="Noto Sans JP" panose="020B0200000000000000" pitchFamily="50" charset="-128"/>
                <a:ea typeface="Noto Sans JP" panose="020B0200000000000000" pitchFamily="50" charset="-128"/>
              </a:rPr>
              <a:t>自動で立てて、</a:t>
            </a:r>
            <a:br>
              <a:rPr kumimoji="1" lang="ja-JP" altLang="en-US" b="1" dirty="0">
                <a:solidFill>
                  <a:srgbClr val="2350B5"/>
                </a:solidFill>
                <a:latin typeface="Noto Sans JP" panose="020B0200000000000000" pitchFamily="50" charset="-128"/>
                <a:ea typeface="Noto Sans JP" panose="020B0200000000000000" pitchFamily="50" charset="-128"/>
              </a:rPr>
            </a:br>
            <a:r>
              <a:rPr kumimoji="1" lang="ja-JP" altLang="en-US" b="1" dirty="0">
                <a:solidFill>
                  <a:srgbClr val="2350B5"/>
                </a:solidFill>
                <a:latin typeface="Noto Sans JP" panose="020B0200000000000000" pitchFamily="50" charset="-128"/>
                <a:ea typeface="Noto Sans JP" panose="020B0200000000000000" pitchFamily="50" charset="-128"/>
              </a:rPr>
              <a:t>崩れても組み直す</a:t>
            </a:r>
          </a:p>
        </p:txBody>
      </p:sp>
      <p:sp>
        <p:nvSpPr>
          <p:cNvPr id="17" name="M_補足2">
            <a:extLst>
              <a:ext uri="{FF2B5EF4-FFF2-40B4-BE49-F238E27FC236}">
                <a16:creationId xmlns:a16="http://schemas.microsoft.com/office/drawing/2014/main" id="{3C647E82-5D76-22D7-7398-70DE6A98282B}"/>
              </a:ext>
            </a:extLst>
          </p:cNvPr>
          <p:cNvSpPr txBox="1"/>
          <p:nvPr/>
        </p:nvSpPr>
        <p:spPr>
          <a:xfrm>
            <a:off x="3403600" y="2674775"/>
            <a:ext cx="2362200" cy="369332"/>
          </a:xfrm>
          <a:prstGeom prst="rect">
            <a:avLst/>
          </a:prstGeom>
          <a:noFill/>
        </p:spPr>
        <p:txBody>
          <a:bodyPr vert="horz" wrap="square" lIns="0" tIns="0" rIns="0" bIns="0" rtlCol="0" anchor="t">
            <a:noAutofit/>
          </a:bodyPr>
          <a:lstStyle/>
          <a:p>
            <a:r>
              <a:rPr kumimoji="1" lang="ja-JP" altLang="en-US" sz="1400" b="1" dirty="0">
                <a:solidFill>
                  <a:srgbClr val="1B2731"/>
                </a:solidFill>
                <a:latin typeface="Noto Sans JP" panose="020B0200000000000000" pitchFamily="50" charset="-128"/>
                <a:ea typeface="Noto Sans JP" panose="020B0200000000000000" pitchFamily="50" charset="-128"/>
              </a:rPr>
              <a:t>試験日から逆算・苦手に多く配分・</a:t>
            </a:r>
            <a:r>
              <a:rPr kumimoji="1" lang="en-US" altLang="ja-JP" sz="1400" b="1" dirty="0">
                <a:solidFill>
                  <a:srgbClr val="1B2731"/>
                </a:solidFill>
                <a:latin typeface="Noto Sans JP" panose="020B0200000000000000" pitchFamily="50" charset="-128"/>
                <a:ea typeface="Noto Sans JP" panose="020B0200000000000000" pitchFamily="50" charset="-128"/>
              </a:rPr>
              <a:t>AI</a:t>
            </a:r>
            <a:r>
              <a:rPr kumimoji="1" lang="ja-JP" altLang="en-US" sz="1400" b="1" dirty="0">
                <a:solidFill>
                  <a:srgbClr val="1B2731"/>
                </a:solidFill>
                <a:latin typeface="Noto Sans JP" panose="020B0200000000000000" pitchFamily="50" charset="-128"/>
                <a:ea typeface="Noto Sans JP" panose="020B0200000000000000" pitchFamily="50" charset="-128"/>
              </a:rPr>
              <a:t>アドバイザー</a:t>
            </a:r>
          </a:p>
        </p:txBody>
      </p:sp>
      <p:sp>
        <p:nvSpPr>
          <p:cNvPr id="18" name="M_矢印2">
            <a:extLst>
              <a:ext uri="{FF2B5EF4-FFF2-40B4-BE49-F238E27FC236}">
                <a16:creationId xmlns:a16="http://schemas.microsoft.com/office/drawing/2014/main" id="{F5B00CAC-DAC6-F5D3-A733-BC7A524B7AEC}"/>
              </a:ext>
            </a:extLst>
          </p:cNvPr>
          <p:cNvSpPr/>
          <p:nvPr/>
        </p:nvSpPr>
        <p:spPr>
          <a:xfrm>
            <a:off x="5956300" y="2184400"/>
            <a:ext cx="279400" cy="304800"/>
          </a:xfrm>
          <a:prstGeom prst="rightArrow">
            <a:avLst/>
          </a:prstGeom>
          <a:solidFill>
            <a:srgbClr val="1B27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M_カード3">
            <a:extLst>
              <a:ext uri="{FF2B5EF4-FFF2-40B4-BE49-F238E27FC236}">
                <a16:creationId xmlns:a16="http://schemas.microsoft.com/office/drawing/2014/main" id="{CDAE27DB-F680-CC47-1252-87BC09F86AD7}"/>
              </a:ext>
            </a:extLst>
          </p:cNvPr>
          <p:cNvSpPr/>
          <p:nvPr/>
        </p:nvSpPr>
        <p:spPr>
          <a:xfrm>
            <a:off x="6273800" y="1524000"/>
            <a:ext cx="2667000" cy="1625600"/>
          </a:xfrm>
          <a:prstGeom prst="roundRect">
            <a:avLst>
              <a:gd name="adj" fmla="val 8000"/>
            </a:avLst>
          </a:prstGeom>
          <a:solidFill>
            <a:srgbClr val="DCF0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M_ラベル3">
            <a:extLst>
              <a:ext uri="{FF2B5EF4-FFF2-40B4-BE49-F238E27FC236}">
                <a16:creationId xmlns:a16="http://schemas.microsoft.com/office/drawing/2014/main" id="{ABCB9B45-6D0F-9350-4E97-D68AC4222D7B}"/>
              </a:ext>
            </a:extLst>
          </p:cNvPr>
          <p:cNvSpPr/>
          <p:nvPr/>
        </p:nvSpPr>
        <p:spPr>
          <a:xfrm>
            <a:off x="6407537" y="1613676"/>
            <a:ext cx="1243563" cy="369332"/>
          </a:xfrm>
          <a:prstGeom prst="roundRect">
            <a:avLst>
              <a:gd name="adj" fmla="val 30000"/>
            </a:avLst>
          </a:prstGeom>
          <a:solidFill>
            <a:srgbClr val="2B8F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600" b="1">
                <a:solidFill>
                  <a:srgbClr val="FFFFFF"/>
                </a:solidFill>
                <a:latin typeface="Noto Sans JP" panose="020B0200000000000000" pitchFamily="50" charset="-128"/>
                <a:ea typeface="Noto Sans JP" panose="020B0200000000000000" pitchFamily="50" charset="-128"/>
              </a:rPr>
              <a:t>目指すこと</a:t>
            </a:r>
          </a:p>
        </p:txBody>
      </p:sp>
      <p:sp>
        <p:nvSpPr>
          <p:cNvPr id="21" name="M_要点3">
            <a:extLst>
              <a:ext uri="{FF2B5EF4-FFF2-40B4-BE49-F238E27FC236}">
                <a16:creationId xmlns:a16="http://schemas.microsoft.com/office/drawing/2014/main" id="{DE98738E-C6C4-3E8C-0AEF-A01A802C068C}"/>
              </a:ext>
            </a:extLst>
          </p:cNvPr>
          <p:cNvSpPr txBox="1"/>
          <p:nvPr/>
        </p:nvSpPr>
        <p:spPr>
          <a:xfrm>
            <a:off x="6426200" y="2059993"/>
            <a:ext cx="2362200" cy="369332"/>
          </a:xfrm>
          <a:prstGeom prst="rect">
            <a:avLst/>
          </a:prstGeom>
          <a:noFill/>
        </p:spPr>
        <p:txBody>
          <a:bodyPr vert="horz" wrap="square" lIns="0" tIns="0" rIns="0" bIns="0" rtlCol="0" anchor="t">
            <a:noAutofit/>
          </a:bodyPr>
          <a:lstStyle/>
          <a:p>
            <a:r>
              <a:rPr kumimoji="1" lang="ja-JP" altLang="en-US" b="1" dirty="0">
                <a:solidFill>
                  <a:srgbClr val="2B8F64"/>
                </a:solidFill>
                <a:latin typeface="Noto Sans JP" panose="020B0200000000000000" pitchFamily="50" charset="-128"/>
                <a:ea typeface="Noto Sans JP" panose="020B0200000000000000" pitchFamily="50" charset="-128"/>
              </a:rPr>
              <a:t>試験日まで、</a:t>
            </a:r>
            <a:br>
              <a:rPr kumimoji="1" lang="ja-JP" altLang="en-US" b="1" dirty="0">
                <a:solidFill>
                  <a:srgbClr val="2B8F64"/>
                </a:solidFill>
                <a:latin typeface="Noto Sans JP" panose="020B0200000000000000" pitchFamily="50" charset="-128"/>
                <a:ea typeface="Noto Sans JP" panose="020B0200000000000000" pitchFamily="50" charset="-128"/>
              </a:rPr>
            </a:br>
            <a:r>
              <a:rPr kumimoji="1" lang="ja-JP" altLang="en-US" b="1" dirty="0">
                <a:solidFill>
                  <a:srgbClr val="2B8F64"/>
                </a:solidFill>
                <a:latin typeface="Noto Sans JP" panose="020B0200000000000000" pitchFamily="50" charset="-128"/>
                <a:ea typeface="Noto Sans JP" panose="020B0200000000000000" pitchFamily="50" charset="-128"/>
              </a:rPr>
              <a:t>迷わず続けられる</a:t>
            </a:r>
          </a:p>
        </p:txBody>
      </p:sp>
      <p:sp>
        <p:nvSpPr>
          <p:cNvPr id="22" name="M_補足3">
            <a:extLst>
              <a:ext uri="{FF2B5EF4-FFF2-40B4-BE49-F238E27FC236}">
                <a16:creationId xmlns:a16="http://schemas.microsoft.com/office/drawing/2014/main" id="{C216E4E0-E722-EE71-F904-7F3AE5C39B25}"/>
              </a:ext>
            </a:extLst>
          </p:cNvPr>
          <p:cNvSpPr txBox="1"/>
          <p:nvPr/>
        </p:nvSpPr>
        <p:spPr>
          <a:xfrm>
            <a:off x="6426200" y="2674775"/>
            <a:ext cx="2362200" cy="369332"/>
          </a:xfrm>
          <a:prstGeom prst="rect">
            <a:avLst/>
          </a:prstGeom>
          <a:noFill/>
        </p:spPr>
        <p:txBody>
          <a:bodyPr vert="horz" wrap="square" lIns="0" tIns="0" rIns="0" bIns="0" rtlCol="0" anchor="t">
            <a:noAutofit/>
          </a:bodyPr>
          <a:lstStyle/>
          <a:p>
            <a:r>
              <a:rPr kumimoji="1" lang="ja-JP" altLang="en-US" sz="1400" b="1">
                <a:solidFill>
                  <a:srgbClr val="1B2731"/>
                </a:solidFill>
                <a:latin typeface="Noto Sans JP" panose="020B0200000000000000" pitchFamily="50" charset="-128"/>
                <a:ea typeface="Noto Sans JP" panose="020B0200000000000000" pitchFamily="50" charset="-128"/>
              </a:rPr>
              <a:t>毎日やることが決まり、苦手にも早めに取り組める</a:t>
            </a:r>
          </a:p>
        </p:txBody>
      </p:sp>
      <p:sp>
        <p:nvSpPr>
          <p:cNvPr id="23" name="M_展望_印">
            <a:extLst>
              <a:ext uri="{FF2B5EF4-FFF2-40B4-BE49-F238E27FC236}">
                <a16:creationId xmlns:a16="http://schemas.microsoft.com/office/drawing/2014/main" id="{8117397F-E533-D57E-A119-EF119EBDA4D7}"/>
              </a:ext>
            </a:extLst>
          </p:cNvPr>
          <p:cNvSpPr/>
          <p:nvPr/>
        </p:nvSpPr>
        <p:spPr>
          <a:xfrm>
            <a:off x="228600" y="3378200"/>
            <a:ext cx="76200" cy="254000"/>
          </a:xfrm>
          <a:prstGeom prst="rect">
            <a:avLst/>
          </a:prstGeom>
          <a:solidFill>
            <a:srgbClr val="2350B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M_展望">
            <a:extLst>
              <a:ext uri="{FF2B5EF4-FFF2-40B4-BE49-F238E27FC236}">
                <a16:creationId xmlns:a16="http://schemas.microsoft.com/office/drawing/2014/main" id="{6AD5D333-D230-390D-79BB-BC995AAFA4E4}"/>
              </a:ext>
            </a:extLst>
          </p:cNvPr>
          <p:cNvSpPr txBox="1"/>
          <p:nvPr/>
        </p:nvSpPr>
        <p:spPr>
          <a:xfrm>
            <a:off x="406400" y="3327400"/>
            <a:ext cx="3810000" cy="369332"/>
          </a:xfrm>
          <a:prstGeom prst="rect">
            <a:avLst/>
          </a:prstGeom>
          <a:noFill/>
        </p:spPr>
        <p:txBody>
          <a:bodyPr vert="horz" wrap="square" lIns="0" tIns="0" rIns="0" bIns="0" rtlCol="0" anchor="ctr">
            <a:noAutofit/>
          </a:bodyPr>
          <a:lstStyle/>
          <a:p>
            <a:r>
              <a:rPr kumimoji="1" lang="ja-JP" altLang="en-US" b="1">
                <a:solidFill>
                  <a:srgbClr val="1B2731"/>
                </a:solidFill>
                <a:latin typeface="Noto Sans JP" panose="020B0200000000000000" pitchFamily="50" charset="-128"/>
                <a:ea typeface="Noto Sans JP" panose="020B0200000000000000" pitchFamily="50" charset="-128"/>
              </a:rPr>
              <a:t>今後の展望</a:t>
            </a:r>
          </a:p>
        </p:txBody>
      </p:sp>
      <p:sp>
        <p:nvSpPr>
          <p:cNvPr id="25" name="M_展望1">
            <a:extLst>
              <a:ext uri="{FF2B5EF4-FFF2-40B4-BE49-F238E27FC236}">
                <a16:creationId xmlns:a16="http://schemas.microsoft.com/office/drawing/2014/main" id="{1D353CD4-C76D-A1E3-DC14-7423C6265F6B}"/>
              </a:ext>
            </a:extLst>
          </p:cNvPr>
          <p:cNvSpPr/>
          <p:nvPr/>
        </p:nvSpPr>
        <p:spPr>
          <a:xfrm>
            <a:off x="228600" y="3759200"/>
            <a:ext cx="4292600" cy="12954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M_展望題1">
            <a:extLst>
              <a:ext uri="{FF2B5EF4-FFF2-40B4-BE49-F238E27FC236}">
                <a16:creationId xmlns:a16="http://schemas.microsoft.com/office/drawing/2014/main" id="{903DB9EA-EE1C-51F6-78FD-90396B6E0421}"/>
              </a:ext>
            </a:extLst>
          </p:cNvPr>
          <p:cNvSpPr txBox="1"/>
          <p:nvPr/>
        </p:nvSpPr>
        <p:spPr>
          <a:xfrm>
            <a:off x="838200" y="3886200"/>
            <a:ext cx="3556000" cy="369332"/>
          </a:xfrm>
          <a:prstGeom prst="rect">
            <a:avLst/>
          </a:prstGeom>
          <a:noFill/>
        </p:spPr>
        <p:txBody>
          <a:bodyPr vert="horz" wrap="square" lIns="0" tIns="0" rIns="0" bIns="0" rtlCol="0" anchor="ctr">
            <a:noAutofit/>
          </a:bodyPr>
          <a:lstStyle/>
          <a:p>
            <a:r>
              <a:rPr kumimoji="1" lang="ja-JP" altLang="en-US" sz="1600" b="1" dirty="0">
                <a:solidFill>
                  <a:srgbClr val="2350B5"/>
                </a:solidFill>
                <a:latin typeface="Noto Sans JP" panose="020B0200000000000000" pitchFamily="50" charset="-128"/>
                <a:ea typeface="Noto Sans JP" panose="020B0200000000000000" pitchFamily="50" charset="-128"/>
              </a:rPr>
              <a:t>入試・資格試験にも対応</a:t>
            </a:r>
          </a:p>
        </p:txBody>
      </p:sp>
      <p:sp>
        <p:nvSpPr>
          <p:cNvPr id="28" name="M_展望文1">
            <a:extLst>
              <a:ext uri="{FF2B5EF4-FFF2-40B4-BE49-F238E27FC236}">
                <a16:creationId xmlns:a16="http://schemas.microsoft.com/office/drawing/2014/main" id="{F2C21A39-EEA9-F525-E7ED-3E51CE5A1EF3}"/>
              </a:ext>
            </a:extLst>
          </p:cNvPr>
          <p:cNvSpPr txBox="1"/>
          <p:nvPr/>
        </p:nvSpPr>
        <p:spPr>
          <a:xfrm>
            <a:off x="406400" y="4296745"/>
            <a:ext cx="3962400" cy="369332"/>
          </a:xfrm>
          <a:prstGeom prst="rect">
            <a:avLst/>
          </a:prstGeom>
          <a:noFill/>
        </p:spPr>
        <p:txBody>
          <a:bodyPr vert="horz" wrap="square" lIns="0" tIns="0" rIns="0" bIns="0" rtlCol="0" anchor="t">
            <a:noAutofit/>
          </a:bodyPr>
          <a:lstStyle/>
          <a:p>
            <a:pPr>
              <a:lnSpc>
                <a:spcPct val="115000"/>
              </a:lnSpc>
            </a:pPr>
            <a:r>
              <a:rPr kumimoji="1" lang="en-US" altLang="ja-JP" sz="1400" b="1" dirty="0">
                <a:solidFill>
                  <a:srgbClr val="1B2731"/>
                </a:solidFill>
                <a:latin typeface="Noto Sans JP" panose="020B0200000000000000" pitchFamily="50" charset="-128"/>
                <a:ea typeface="Noto Sans JP" panose="020B0200000000000000" pitchFamily="50" charset="-128"/>
              </a:rPr>
              <a:t>AI</a:t>
            </a:r>
            <a:r>
              <a:rPr kumimoji="1" lang="ja-JP" altLang="en-US" sz="1400" b="1" dirty="0">
                <a:solidFill>
                  <a:srgbClr val="1B2731"/>
                </a:solidFill>
                <a:latin typeface="Noto Sans JP" panose="020B0200000000000000" pitchFamily="50" charset="-128"/>
                <a:ea typeface="Noto Sans JP" panose="020B0200000000000000" pitchFamily="50" charset="-128"/>
              </a:rPr>
              <a:t>が作る練習問題は、今は定期試験の難しさが基準。受験生や資格の勉強に合う難しさも選べるようにする。</a:t>
            </a:r>
          </a:p>
        </p:txBody>
      </p:sp>
      <p:sp>
        <p:nvSpPr>
          <p:cNvPr id="29" name="M_展望2">
            <a:extLst>
              <a:ext uri="{FF2B5EF4-FFF2-40B4-BE49-F238E27FC236}">
                <a16:creationId xmlns:a16="http://schemas.microsoft.com/office/drawing/2014/main" id="{D06738AB-7E38-995D-93A8-9DCD25821BE1}"/>
              </a:ext>
            </a:extLst>
          </p:cNvPr>
          <p:cNvSpPr/>
          <p:nvPr/>
        </p:nvSpPr>
        <p:spPr>
          <a:xfrm>
            <a:off x="4622800" y="3759200"/>
            <a:ext cx="4292600" cy="12954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M_展望題2">
            <a:extLst>
              <a:ext uri="{FF2B5EF4-FFF2-40B4-BE49-F238E27FC236}">
                <a16:creationId xmlns:a16="http://schemas.microsoft.com/office/drawing/2014/main" id="{352C54E7-2BF4-063E-F216-462F984C9CBC}"/>
              </a:ext>
            </a:extLst>
          </p:cNvPr>
          <p:cNvSpPr txBox="1"/>
          <p:nvPr/>
        </p:nvSpPr>
        <p:spPr>
          <a:xfrm>
            <a:off x="5232400" y="3886200"/>
            <a:ext cx="3556000" cy="369332"/>
          </a:xfrm>
          <a:prstGeom prst="rect">
            <a:avLst/>
          </a:prstGeom>
          <a:noFill/>
        </p:spPr>
        <p:txBody>
          <a:bodyPr vert="horz" wrap="square" lIns="0" tIns="0" rIns="0" bIns="0" rtlCol="0" anchor="ctr">
            <a:noAutofit/>
          </a:bodyPr>
          <a:lstStyle/>
          <a:p>
            <a:r>
              <a:rPr kumimoji="1" lang="ja-JP" altLang="en-US" sz="1600" b="1">
                <a:solidFill>
                  <a:srgbClr val="2350B5"/>
                </a:solidFill>
                <a:latin typeface="Noto Sans JP" panose="020B0200000000000000" pitchFamily="50" charset="-128"/>
                <a:ea typeface="Noto Sans JP" panose="020B0200000000000000" pitchFamily="50" charset="-128"/>
              </a:rPr>
              <a:t>記録のバックアップと同期</a:t>
            </a:r>
          </a:p>
        </p:txBody>
      </p:sp>
      <p:sp>
        <p:nvSpPr>
          <p:cNvPr id="32" name="M_展望文2">
            <a:extLst>
              <a:ext uri="{FF2B5EF4-FFF2-40B4-BE49-F238E27FC236}">
                <a16:creationId xmlns:a16="http://schemas.microsoft.com/office/drawing/2014/main" id="{E28F45EA-9A14-05F9-9128-28EF32612389}"/>
              </a:ext>
            </a:extLst>
          </p:cNvPr>
          <p:cNvSpPr txBox="1"/>
          <p:nvPr/>
        </p:nvSpPr>
        <p:spPr>
          <a:xfrm>
            <a:off x="4800600" y="4296745"/>
            <a:ext cx="3962400" cy="369332"/>
          </a:xfrm>
          <a:prstGeom prst="rect">
            <a:avLst/>
          </a:prstGeom>
          <a:noFill/>
        </p:spPr>
        <p:txBody>
          <a:bodyPr vert="horz" wrap="square" lIns="0" tIns="0" rIns="0" bIns="0" rtlCol="0" anchor="t">
            <a:noAutofit/>
          </a:bodyPr>
          <a:lstStyle/>
          <a:p>
            <a:pPr>
              <a:lnSpc>
                <a:spcPct val="115000"/>
              </a:lnSpc>
            </a:pPr>
            <a:r>
              <a:rPr kumimoji="1" lang="ja-JP" altLang="en-US" sz="1400" b="1">
                <a:solidFill>
                  <a:srgbClr val="1B2731"/>
                </a:solidFill>
                <a:latin typeface="Noto Sans JP" panose="020B0200000000000000" pitchFamily="50" charset="-128"/>
                <a:ea typeface="Noto Sans JP" panose="020B0200000000000000" pitchFamily="50" charset="-128"/>
              </a:rPr>
              <a:t>スマホ版の記録は端末の中だけに保存される。機種変更やアプリを消しても、記録が残るようにする。</a:t>
            </a:r>
          </a:p>
        </p:txBody>
      </p:sp>
      <p:sp>
        <p:nvSpPr>
          <p:cNvPr id="33" name="M_展望3">
            <a:extLst>
              <a:ext uri="{FF2B5EF4-FFF2-40B4-BE49-F238E27FC236}">
                <a16:creationId xmlns:a16="http://schemas.microsoft.com/office/drawing/2014/main" id="{76201A51-A650-B006-4FA2-811EEDB147DF}"/>
              </a:ext>
            </a:extLst>
          </p:cNvPr>
          <p:cNvSpPr/>
          <p:nvPr/>
        </p:nvSpPr>
        <p:spPr>
          <a:xfrm>
            <a:off x="228600" y="5181600"/>
            <a:ext cx="4292600" cy="12954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M_展望題3">
            <a:extLst>
              <a:ext uri="{FF2B5EF4-FFF2-40B4-BE49-F238E27FC236}">
                <a16:creationId xmlns:a16="http://schemas.microsoft.com/office/drawing/2014/main" id="{13C5967E-445B-C6D1-8905-0352F0A64F78}"/>
              </a:ext>
            </a:extLst>
          </p:cNvPr>
          <p:cNvSpPr txBox="1"/>
          <p:nvPr/>
        </p:nvSpPr>
        <p:spPr>
          <a:xfrm>
            <a:off x="838200" y="5308600"/>
            <a:ext cx="3556000" cy="369332"/>
          </a:xfrm>
          <a:prstGeom prst="rect">
            <a:avLst/>
          </a:prstGeom>
          <a:noFill/>
        </p:spPr>
        <p:txBody>
          <a:bodyPr vert="horz" wrap="square" lIns="0" tIns="0" rIns="0" bIns="0" rtlCol="0" anchor="ctr">
            <a:noAutofit/>
          </a:bodyPr>
          <a:lstStyle/>
          <a:p>
            <a:r>
              <a:rPr kumimoji="1" lang="ja-JP" altLang="en-US" sz="1600" b="1">
                <a:solidFill>
                  <a:srgbClr val="2350B5"/>
                </a:solidFill>
                <a:latin typeface="Noto Sans JP" panose="020B0200000000000000" pitchFamily="50" charset="-128"/>
                <a:ea typeface="Noto Sans JP" panose="020B0200000000000000" pitchFamily="50" charset="-128"/>
              </a:rPr>
              <a:t>端末内</a:t>
            </a:r>
            <a:r>
              <a:rPr kumimoji="1" lang="en-US" altLang="ja-JP" sz="1600" b="1">
                <a:solidFill>
                  <a:srgbClr val="2350B5"/>
                </a:solidFill>
                <a:latin typeface="Noto Sans JP" panose="020B0200000000000000" pitchFamily="50" charset="-128"/>
                <a:ea typeface="Noto Sans JP" panose="020B0200000000000000" pitchFamily="50" charset="-128"/>
              </a:rPr>
              <a:t>AI</a:t>
            </a:r>
            <a:r>
              <a:rPr kumimoji="1" lang="ja-JP" altLang="en-US" sz="1600" b="1">
                <a:solidFill>
                  <a:srgbClr val="2350B5"/>
                </a:solidFill>
                <a:latin typeface="Noto Sans JP" panose="020B0200000000000000" pitchFamily="50" charset="-128"/>
                <a:ea typeface="Noto Sans JP" panose="020B0200000000000000" pitchFamily="50" charset="-128"/>
              </a:rPr>
              <a:t>の精度を上げる</a:t>
            </a:r>
          </a:p>
        </p:txBody>
      </p:sp>
      <p:sp>
        <p:nvSpPr>
          <p:cNvPr id="36" name="M_展望文3">
            <a:extLst>
              <a:ext uri="{FF2B5EF4-FFF2-40B4-BE49-F238E27FC236}">
                <a16:creationId xmlns:a16="http://schemas.microsoft.com/office/drawing/2014/main" id="{A5745189-12A8-008C-F6D3-911D9BD5E394}"/>
              </a:ext>
            </a:extLst>
          </p:cNvPr>
          <p:cNvSpPr txBox="1"/>
          <p:nvPr/>
        </p:nvSpPr>
        <p:spPr>
          <a:xfrm>
            <a:off x="406400" y="5719145"/>
            <a:ext cx="3962400" cy="369332"/>
          </a:xfrm>
          <a:prstGeom prst="rect">
            <a:avLst/>
          </a:prstGeom>
          <a:noFill/>
        </p:spPr>
        <p:txBody>
          <a:bodyPr vert="horz" wrap="square" lIns="0" tIns="0" rIns="0" bIns="0" rtlCol="0" anchor="t">
            <a:noAutofit/>
          </a:bodyPr>
          <a:lstStyle/>
          <a:p>
            <a:pPr>
              <a:lnSpc>
                <a:spcPct val="115000"/>
              </a:lnSpc>
            </a:pPr>
            <a:r>
              <a:rPr kumimoji="1" lang="ja-JP" altLang="en-US" sz="1400" b="1">
                <a:solidFill>
                  <a:srgbClr val="1B2731"/>
                </a:solidFill>
                <a:latin typeface="Noto Sans JP" panose="020B0200000000000000" pitchFamily="50" charset="-128"/>
                <a:ea typeface="Noto Sans JP" panose="020B0200000000000000" pitchFamily="50" charset="-128"/>
              </a:rPr>
              <a:t>小さなモデルのため、手書きの数式の読み取りが苦手。より良いモデルや読み取り方を試す。</a:t>
            </a:r>
          </a:p>
        </p:txBody>
      </p:sp>
      <p:sp>
        <p:nvSpPr>
          <p:cNvPr id="37" name="M_展望4">
            <a:extLst>
              <a:ext uri="{FF2B5EF4-FFF2-40B4-BE49-F238E27FC236}">
                <a16:creationId xmlns:a16="http://schemas.microsoft.com/office/drawing/2014/main" id="{0AFCC8B5-E519-F26F-FA9B-9445039719A5}"/>
              </a:ext>
            </a:extLst>
          </p:cNvPr>
          <p:cNvSpPr/>
          <p:nvPr/>
        </p:nvSpPr>
        <p:spPr>
          <a:xfrm>
            <a:off x="4622800" y="5181600"/>
            <a:ext cx="4292600" cy="1295400"/>
          </a:xfrm>
          <a:prstGeom prst="roundRect">
            <a:avLst>
              <a:gd name="adj" fmla="val 8000"/>
            </a:avLst>
          </a:prstGeom>
          <a:solidFill>
            <a:srgbClr val="FFFFFF"/>
          </a:solidFill>
          <a:ln w="19050">
            <a:solidFill>
              <a:srgbClr val="E0E9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M_展望題4">
            <a:extLst>
              <a:ext uri="{FF2B5EF4-FFF2-40B4-BE49-F238E27FC236}">
                <a16:creationId xmlns:a16="http://schemas.microsoft.com/office/drawing/2014/main" id="{6C3904DD-17A2-F5BD-3219-194EC363F15B}"/>
              </a:ext>
            </a:extLst>
          </p:cNvPr>
          <p:cNvSpPr txBox="1"/>
          <p:nvPr/>
        </p:nvSpPr>
        <p:spPr>
          <a:xfrm>
            <a:off x="5232400" y="5308600"/>
            <a:ext cx="3556000" cy="369332"/>
          </a:xfrm>
          <a:prstGeom prst="rect">
            <a:avLst/>
          </a:prstGeom>
          <a:noFill/>
        </p:spPr>
        <p:txBody>
          <a:bodyPr vert="horz" wrap="square" lIns="0" tIns="0" rIns="0" bIns="0" rtlCol="0" anchor="ctr">
            <a:noAutofit/>
          </a:bodyPr>
          <a:lstStyle/>
          <a:p>
            <a:r>
              <a:rPr kumimoji="1" lang="ja-JP" altLang="en-US" sz="1600" b="1">
                <a:solidFill>
                  <a:srgbClr val="2350B5"/>
                </a:solidFill>
                <a:latin typeface="Noto Sans JP" panose="020B0200000000000000" pitchFamily="50" charset="-128"/>
                <a:ea typeface="Noto Sans JP" panose="020B0200000000000000" pitchFamily="50" charset="-128"/>
              </a:rPr>
              <a:t>使ってもらい、時間の見積もりを調整</a:t>
            </a:r>
          </a:p>
        </p:txBody>
      </p:sp>
      <p:sp>
        <p:nvSpPr>
          <p:cNvPr id="40" name="M_展望文4">
            <a:extLst>
              <a:ext uri="{FF2B5EF4-FFF2-40B4-BE49-F238E27FC236}">
                <a16:creationId xmlns:a16="http://schemas.microsoft.com/office/drawing/2014/main" id="{63C1118D-500D-B29D-8A54-D499FA4E2279}"/>
              </a:ext>
            </a:extLst>
          </p:cNvPr>
          <p:cNvSpPr txBox="1"/>
          <p:nvPr/>
        </p:nvSpPr>
        <p:spPr>
          <a:xfrm>
            <a:off x="4800600" y="5719145"/>
            <a:ext cx="3962400" cy="369332"/>
          </a:xfrm>
          <a:prstGeom prst="rect">
            <a:avLst/>
          </a:prstGeom>
          <a:noFill/>
        </p:spPr>
        <p:txBody>
          <a:bodyPr vert="horz" wrap="square" lIns="0" tIns="0" rIns="0" bIns="0" rtlCol="0" anchor="t">
            <a:noAutofit/>
          </a:bodyPr>
          <a:lstStyle/>
          <a:p>
            <a:pPr>
              <a:lnSpc>
                <a:spcPct val="115000"/>
              </a:lnSpc>
            </a:pPr>
            <a:r>
              <a:rPr kumimoji="1" lang="ja-JP" altLang="en-US" sz="1400" b="1">
                <a:solidFill>
                  <a:srgbClr val="1B2731"/>
                </a:solidFill>
                <a:latin typeface="Noto Sans JP" panose="020B0200000000000000" pitchFamily="50" charset="-128"/>
                <a:ea typeface="Noto Sans JP" panose="020B0200000000000000" pitchFamily="50" charset="-128"/>
              </a:rPr>
              <a:t>理解度ごとの</a:t>
            </a:r>
            <a:r>
              <a:rPr kumimoji="1" lang="en-US" altLang="ja-JP" sz="1400" b="1">
                <a:solidFill>
                  <a:srgbClr val="1B2731"/>
                </a:solidFill>
                <a:latin typeface="Noto Sans JP" panose="020B0200000000000000" pitchFamily="50" charset="-128"/>
                <a:ea typeface="Noto Sans JP" panose="020B0200000000000000" pitchFamily="50" charset="-128"/>
              </a:rPr>
              <a:t>1</a:t>
            </a:r>
            <a:r>
              <a:rPr kumimoji="1" lang="ja-JP" altLang="en-US" sz="1400" b="1">
                <a:solidFill>
                  <a:srgbClr val="1B2731"/>
                </a:solidFill>
                <a:latin typeface="Noto Sans JP" panose="020B0200000000000000" pitchFamily="50" charset="-128"/>
                <a:ea typeface="Noto Sans JP" panose="020B0200000000000000" pitchFamily="50" charset="-128"/>
              </a:rPr>
              <a:t>単元の時間は見積もりの値。学生に使ってもらった記録をもとに見直す。</a:t>
            </a:r>
          </a:p>
        </p:txBody>
      </p:sp>
      <p:pic>
        <p:nvPicPr>
          <p:cNvPr id="42" name="M_展望アイコン1">
            <a:extLst>
              <a:ext uri="{FF2B5EF4-FFF2-40B4-BE49-F238E27FC236}">
                <a16:creationId xmlns:a16="http://schemas.microsoft.com/office/drawing/2014/main" id="{A149B7D6-FC85-7DE2-3A22-B72D78295D7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5600" y="3886200"/>
            <a:ext cx="406400" cy="406400"/>
          </a:xfrm>
          <a:prstGeom prst="rect">
            <a:avLst/>
          </a:prstGeom>
        </p:spPr>
      </p:pic>
      <p:pic>
        <p:nvPicPr>
          <p:cNvPr id="44" name="M_展望アイコン2">
            <a:extLst>
              <a:ext uri="{FF2B5EF4-FFF2-40B4-BE49-F238E27FC236}">
                <a16:creationId xmlns:a16="http://schemas.microsoft.com/office/drawing/2014/main" id="{CFB45BB0-9585-7833-7B18-CD4A2BF904E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749800" y="3886200"/>
            <a:ext cx="406400" cy="406400"/>
          </a:xfrm>
          <a:prstGeom prst="rect">
            <a:avLst/>
          </a:prstGeom>
        </p:spPr>
      </p:pic>
      <p:pic>
        <p:nvPicPr>
          <p:cNvPr id="46" name="M_展望アイコン3">
            <a:extLst>
              <a:ext uri="{FF2B5EF4-FFF2-40B4-BE49-F238E27FC236}">
                <a16:creationId xmlns:a16="http://schemas.microsoft.com/office/drawing/2014/main" id="{65C69298-2F59-C37A-B669-20AF436C8BB0}"/>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55600" y="5308600"/>
            <a:ext cx="406400" cy="406400"/>
          </a:xfrm>
          <a:prstGeom prst="rect">
            <a:avLst/>
          </a:prstGeom>
        </p:spPr>
      </p:pic>
      <p:pic>
        <p:nvPicPr>
          <p:cNvPr id="48" name="M_展望アイコン4">
            <a:extLst>
              <a:ext uri="{FF2B5EF4-FFF2-40B4-BE49-F238E27FC236}">
                <a16:creationId xmlns:a16="http://schemas.microsoft.com/office/drawing/2014/main" id="{570451CA-8FF6-04EA-A602-9D736A9362C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4749800" y="5308600"/>
            <a:ext cx="406400" cy="406400"/>
          </a:xfrm>
          <a:prstGeom prst="rect">
            <a:avLst/>
          </a:prstGeom>
        </p:spPr>
      </p:pic>
      <p:pic>
        <p:nvPicPr>
          <p:cNvPr id="30" name="LOGO_帯">
            <a:extLst>
              <a:ext uri="{FF2B5EF4-FFF2-40B4-BE49-F238E27FC236}">
                <a16:creationId xmlns:a16="http://schemas.microsoft.com/office/drawing/2014/main" id="{2FB1785F-2A01-1E4E-9AC6-E5D3646FB66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7367870" y="203200"/>
            <a:ext cx="1545660" cy="482600"/>
          </a:xfrm>
          <a:prstGeom prst="rect">
            <a:avLst/>
          </a:prstGeom>
        </p:spPr>
      </p:pic>
    </p:spTree>
    <p:extLst>
      <p:ext uri="{BB962C8B-B14F-4D97-AF65-F5344CB8AC3E}">
        <p14:creationId xmlns:p14="http://schemas.microsoft.com/office/powerpoint/2010/main" val="2171206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33EAB35F-622A-E2E4-CEC1-648CB3530881}"/>
              </a:ext>
            </a:extLst>
          </p:cNvPr>
          <p:cNvSpPr/>
          <p:nvPr/>
        </p:nvSpPr>
        <p:spPr>
          <a:xfrm>
            <a:off x="0" y="0"/>
            <a:ext cx="9144000" cy="6858000"/>
          </a:xfrm>
          <a:prstGeom prst="rect">
            <a:avLst/>
          </a:prstGeom>
          <a:solidFill>
            <a:srgbClr val="435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latin typeface="Noto Sans JP" panose="020B0200000000000000" pitchFamily="50" charset="-128"/>
                <a:ea typeface="Noto Sans JP" panose="020B0200000000000000" pitchFamily="50" charset="-128"/>
              </a:rPr>
              <a:t>　</a:t>
            </a:r>
          </a:p>
        </p:txBody>
      </p:sp>
      <p:pic>
        <p:nvPicPr>
          <p:cNvPr id="3" name="表紙の模様">
            <a:extLst>
              <a:ext uri="{FF2B5EF4-FFF2-40B4-BE49-F238E27FC236}">
                <a16:creationId xmlns:a16="http://schemas.microsoft.com/office/drawing/2014/main" id="{D45B0DE9-5FA7-7D16-9835-8A4AF8485B89}"/>
              </a:ext>
            </a:extLst>
          </p:cNvPr>
          <p:cNvPicPr>
            <a:picLocks/>
          </p:cNvPicPr>
          <p:nvPr/>
        </p:nvPicPr>
        <p:blipFill>
          <a:blip r:embed="rId3">
            <a:extLst>
              <a:ext uri="{28A0092B-C50C-407E-A947-70E740481C1C}">
                <a14:useLocalDpi xmlns:a14="http://schemas.microsoft.com/office/drawing/2010/main" val="0"/>
              </a:ext>
            </a:extLst>
          </a:blip>
          <a:srcRect l="12500" r="12500"/>
          <a:stretch>
            <a:fillRect/>
          </a:stretch>
        </p:blipFill>
        <p:spPr>
          <a:xfrm>
            <a:off x="0" y="-139960"/>
            <a:ext cx="9144000" cy="6858000"/>
          </a:xfrm>
          <a:prstGeom prst="rect">
            <a:avLst/>
          </a:prstGeom>
        </p:spPr>
      </p:pic>
      <p:sp>
        <p:nvSpPr>
          <p:cNvPr id="10" name="E_特長1">
            <a:extLst>
              <a:ext uri="{FF2B5EF4-FFF2-40B4-BE49-F238E27FC236}">
                <a16:creationId xmlns:a16="http://schemas.microsoft.com/office/drawing/2014/main" id="{4A418686-4A40-ECF5-1822-5864E7C554EB}"/>
              </a:ext>
            </a:extLst>
          </p:cNvPr>
          <p:cNvSpPr/>
          <p:nvPr/>
        </p:nvSpPr>
        <p:spPr>
          <a:xfrm>
            <a:off x="304800" y="4638354"/>
            <a:ext cx="2743200" cy="5334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450" b="1" dirty="0">
                <a:solidFill>
                  <a:srgbClr val="2350B5"/>
                </a:solidFill>
                <a:latin typeface="Noto Sans JP" panose="020B0200000000000000" pitchFamily="50" charset="-128"/>
                <a:ea typeface="Noto Sans JP" panose="020B0200000000000000" pitchFamily="50" charset="-128"/>
              </a:rPr>
              <a:t>試験日から逆算して自動で計画</a:t>
            </a:r>
          </a:p>
        </p:txBody>
      </p:sp>
      <p:sp>
        <p:nvSpPr>
          <p:cNvPr id="11" name="E_特長2">
            <a:extLst>
              <a:ext uri="{FF2B5EF4-FFF2-40B4-BE49-F238E27FC236}">
                <a16:creationId xmlns:a16="http://schemas.microsoft.com/office/drawing/2014/main" id="{7912A061-A8C9-98A9-7754-4C5DC0525DFD}"/>
              </a:ext>
            </a:extLst>
          </p:cNvPr>
          <p:cNvSpPr/>
          <p:nvPr/>
        </p:nvSpPr>
        <p:spPr>
          <a:xfrm>
            <a:off x="3200400" y="4638354"/>
            <a:ext cx="2743200" cy="5334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450" b="1">
                <a:solidFill>
                  <a:srgbClr val="2350B5"/>
                </a:solidFill>
                <a:latin typeface="Noto Sans JP" panose="020B0200000000000000" pitchFamily="50" charset="-128"/>
                <a:ea typeface="Noto Sans JP" panose="020B0200000000000000" pitchFamily="50" charset="-128"/>
              </a:rPr>
              <a:t>苦手な科目に多く配分</a:t>
            </a:r>
          </a:p>
        </p:txBody>
      </p:sp>
      <p:sp>
        <p:nvSpPr>
          <p:cNvPr id="12" name="E_特長3">
            <a:extLst>
              <a:ext uri="{FF2B5EF4-FFF2-40B4-BE49-F238E27FC236}">
                <a16:creationId xmlns:a16="http://schemas.microsoft.com/office/drawing/2014/main" id="{5A3F292A-CFB0-0606-08D6-2412D2309BB5}"/>
              </a:ext>
            </a:extLst>
          </p:cNvPr>
          <p:cNvSpPr/>
          <p:nvPr/>
        </p:nvSpPr>
        <p:spPr>
          <a:xfrm>
            <a:off x="6096000" y="4638354"/>
            <a:ext cx="2743200" cy="5334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450" b="1">
                <a:solidFill>
                  <a:srgbClr val="2350B5"/>
                </a:solidFill>
                <a:latin typeface="Noto Sans JP" panose="020B0200000000000000" pitchFamily="50" charset="-128"/>
                <a:ea typeface="Noto Sans JP" panose="020B0200000000000000" pitchFamily="50" charset="-128"/>
              </a:rPr>
              <a:t>崩れても自動で組み直す</a:t>
            </a:r>
          </a:p>
        </p:txBody>
      </p:sp>
      <p:sp>
        <p:nvSpPr>
          <p:cNvPr id="13" name="E_あいさつ">
            <a:extLst>
              <a:ext uri="{FF2B5EF4-FFF2-40B4-BE49-F238E27FC236}">
                <a16:creationId xmlns:a16="http://schemas.microsoft.com/office/drawing/2014/main" id="{63CF79E7-6660-F7D0-EF2F-815F293FE174}"/>
              </a:ext>
            </a:extLst>
          </p:cNvPr>
          <p:cNvSpPr txBox="1"/>
          <p:nvPr/>
        </p:nvSpPr>
        <p:spPr>
          <a:xfrm>
            <a:off x="0" y="5740400"/>
            <a:ext cx="9144000" cy="369332"/>
          </a:xfrm>
          <a:prstGeom prst="rect">
            <a:avLst/>
          </a:prstGeom>
          <a:noFill/>
        </p:spPr>
        <p:txBody>
          <a:bodyPr vert="horz" wrap="square" lIns="0" tIns="0" rIns="0" bIns="0" rtlCol="0" anchor="ctr">
            <a:noAutofit/>
          </a:bodyPr>
          <a:lstStyle/>
          <a:p>
            <a:pPr algn="ctr"/>
            <a:r>
              <a:rPr kumimoji="1" lang="ja-JP" altLang="en-US" sz="3200" b="1" dirty="0">
                <a:solidFill>
                  <a:srgbClr val="DCE4F2"/>
                </a:solidFill>
                <a:latin typeface="Noto Sans JP" panose="020B0200000000000000" pitchFamily="50" charset="-128"/>
                <a:ea typeface="Noto Sans JP" panose="020B0200000000000000" pitchFamily="50" charset="-128"/>
              </a:rPr>
              <a:t>ご清聴ありがとうございました</a:t>
            </a:r>
          </a:p>
        </p:txBody>
      </p:sp>
      <p:pic>
        <p:nvPicPr>
          <p:cNvPr id="2" name="LOGO_表紙">
            <a:extLst>
              <a:ext uri="{FF2B5EF4-FFF2-40B4-BE49-F238E27FC236}">
                <a16:creationId xmlns:a16="http://schemas.microsoft.com/office/drawing/2014/main" id="{9E91B7AA-4539-DF12-5EBC-8C4C235AC7B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720288" y="179069"/>
            <a:ext cx="3703421" cy="3478531"/>
          </a:xfrm>
          <a:prstGeom prst="rect">
            <a:avLst/>
          </a:prstGeom>
        </p:spPr>
      </p:pic>
      <p:sp>
        <p:nvSpPr>
          <p:cNvPr id="7" name="E_ひとこと">
            <a:extLst>
              <a:ext uri="{FF2B5EF4-FFF2-40B4-BE49-F238E27FC236}">
                <a16:creationId xmlns:a16="http://schemas.microsoft.com/office/drawing/2014/main" id="{898BB3B5-0594-CCA5-D1AF-F4A8BA64BA01}"/>
              </a:ext>
            </a:extLst>
          </p:cNvPr>
          <p:cNvSpPr txBox="1"/>
          <p:nvPr/>
        </p:nvSpPr>
        <p:spPr>
          <a:xfrm>
            <a:off x="0" y="3927248"/>
            <a:ext cx="9144000" cy="369332"/>
          </a:xfrm>
          <a:prstGeom prst="rect">
            <a:avLst/>
          </a:prstGeom>
          <a:noFill/>
        </p:spPr>
        <p:txBody>
          <a:bodyPr vert="horz" wrap="square" lIns="0" tIns="0" rIns="0" bIns="0" rtlCol="0" anchor="ctr">
            <a:noAutofit/>
          </a:bodyPr>
          <a:lstStyle/>
          <a:p>
            <a:pPr algn="ctr"/>
            <a:r>
              <a:rPr kumimoji="1" lang="ja-JP" altLang="en-US" sz="2800" b="1" dirty="0">
                <a:solidFill>
                  <a:srgbClr val="F1E46A"/>
                </a:solidFill>
                <a:latin typeface="Noto Sans JP" panose="020B0200000000000000" pitchFamily="50" charset="-128"/>
                <a:ea typeface="Noto Sans JP" panose="020B0200000000000000" pitchFamily="50" charset="-128"/>
              </a:rPr>
              <a:t>～崩れても立て直せる、あなた専用の学習計画～</a:t>
            </a:r>
          </a:p>
        </p:txBody>
      </p:sp>
    </p:spTree>
    <p:extLst>
      <p:ext uri="{BB962C8B-B14F-4D97-AF65-F5344CB8AC3E}">
        <p14:creationId xmlns:p14="http://schemas.microsoft.com/office/powerpoint/2010/main" val="106244575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5032</TotalTime>
  <Words>3712</Words>
  <Application>Microsoft Office PowerPoint</Application>
  <PresentationFormat>画面に合わせる (4:3)</PresentationFormat>
  <Paragraphs>413</Paragraphs>
  <Slides>15</Slides>
  <Notes>15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Noto Sans JP</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彰 近藤</dc:creator>
  <cp:lastModifiedBy>彰 近藤</cp:lastModifiedBy>
  <cp:revision>50</cp:revision>
  <dcterms:created xsi:type="dcterms:W3CDTF">2026-10-20T08:33:33Z</dcterms:created>
  <dcterms:modified xsi:type="dcterms:W3CDTF">2026-10-25T13:15:42Z</dcterms:modified>
</cp:coreProperties>
</file>